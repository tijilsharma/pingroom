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cb5d8420eb44a1" /><Relationship Type="http://schemas.openxmlformats.org/officeDocument/2006/relationships/extended-properties" Target="/docProps/app.xml" Id="Rbda41c55aebc40db" /><Relationship Type="http://schemas.openxmlformats.org/officeDocument/2006/relationships/officeDocument" Target="/ppt/presentation.xml" Id="Rb48d582ecdad4240" /></Relationships>
</file>

<file path=ppt/presentation.xml><?xml version="1.0" encoding="utf-8"?>
<p:presentation xmlns:p="http://schemas.openxmlformats.org/presentationml/2006/main">
  <p:sldMasterIdLst>
    <p:sldMasterId xmlns:r="http://schemas.openxmlformats.org/officeDocument/2006/relationships" id="2147483648" r:id="R3b9cf09cc7964f80"/>
  </p:sldMasterIdLst>
  <p:notesMasterIdLst>
    <p:notesMasterId xmlns:r="http://schemas.openxmlformats.org/officeDocument/2006/relationships" r:id="Rd5eed92cc4b94273"/>
  </p:notesMasterIdLst>
  <p:sldIdLst>
    <p:sldId xmlns:r="http://schemas.openxmlformats.org/officeDocument/2006/relationships" id="256" r:id="Rc7839fc3f2494f75"/>
    <p:sldId xmlns:r="http://schemas.openxmlformats.org/officeDocument/2006/relationships" id="257" r:id="R0b616005abea44f8"/>
    <p:sldId xmlns:r="http://schemas.openxmlformats.org/officeDocument/2006/relationships" id="258" r:id="Rb58fccb6e0144118"/>
    <p:sldId xmlns:r="http://schemas.openxmlformats.org/officeDocument/2006/relationships" id="259" r:id="R32739542c9a74d6e"/>
    <p:sldId xmlns:r="http://schemas.openxmlformats.org/officeDocument/2006/relationships" id="260" r:id="R27b7cf90c29d4839"/>
    <p:sldId xmlns:r="http://schemas.openxmlformats.org/officeDocument/2006/relationships" id="261" r:id="R8552dab471b34ad9"/>
    <p:sldId xmlns:r="http://schemas.openxmlformats.org/officeDocument/2006/relationships" id="262" r:id="Rf94ecde3b7e543c2"/>
    <p:sldId xmlns:r="http://schemas.openxmlformats.org/officeDocument/2006/relationships" id="263" r:id="R09b2611154f34970"/>
    <p:sldId xmlns:r="http://schemas.openxmlformats.org/officeDocument/2006/relationships" id="264" r:id="R437402b6a05947cb"/>
    <p:sldId xmlns:r="http://schemas.openxmlformats.org/officeDocument/2006/relationships" id="265" r:id="R3b9a88fa5d2b43b0"/>
    <p:sldId xmlns:r="http://schemas.openxmlformats.org/officeDocument/2006/relationships" id="266" r:id="Rb942799093a648d2"/>
    <p:sldId xmlns:r="http://schemas.openxmlformats.org/officeDocument/2006/relationships" id="267" r:id="R94178ed63879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8da8f1ede44220" /><Relationship Type="http://schemas.openxmlformats.org/officeDocument/2006/relationships/slideMaster" Target="/ppt/slideMasters/slideMaster1.xml" Id="R3b9cf09cc7964f80" /><Relationship Type="http://schemas.openxmlformats.org/officeDocument/2006/relationships/notesMaster" Target="/ppt/notesMasters/notesMaster1.xml" Id="Rd5eed92cc4b94273" /><Relationship Type="http://schemas.openxmlformats.org/officeDocument/2006/relationships/presProps" Target="/ppt/presProps.xml" Id="R886bd7eebb4f4c46" /><Relationship Type="http://schemas.openxmlformats.org/officeDocument/2006/relationships/tableStyles" Target="/ppt/tableStyles.xml" Id="R53bc583339df4758" /><Relationship Type="http://schemas.openxmlformats.org/officeDocument/2006/relationships/slide" Target="/ppt/slides/slide1.xml" Id="Rc7839fc3f2494f75" /><Relationship Type="http://schemas.openxmlformats.org/officeDocument/2006/relationships/slide" Target="/ppt/slides/slide2.xml" Id="R0b616005abea44f8" /><Relationship Type="http://schemas.openxmlformats.org/officeDocument/2006/relationships/slide" Target="/ppt/slides/slide3.xml" Id="Rb58fccb6e0144118" /><Relationship Type="http://schemas.openxmlformats.org/officeDocument/2006/relationships/slide" Target="/ppt/slides/slide4.xml" Id="R32739542c9a74d6e" /><Relationship Type="http://schemas.openxmlformats.org/officeDocument/2006/relationships/slide" Target="/ppt/slides/slide5.xml" Id="R27b7cf90c29d4839" /><Relationship Type="http://schemas.openxmlformats.org/officeDocument/2006/relationships/slide" Target="/ppt/slides/slide6.xml" Id="R8552dab471b34ad9" /><Relationship Type="http://schemas.openxmlformats.org/officeDocument/2006/relationships/slide" Target="/ppt/slides/slide7.xml" Id="Rf94ecde3b7e543c2" /><Relationship Type="http://schemas.openxmlformats.org/officeDocument/2006/relationships/slide" Target="/ppt/slides/slide8.xml" Id="R09b2611154f34970" /><Relationship Type="http://schemas.openxmlformats.org/officeDocument/2006/relationships/slide" Target="/ppt/slides/slide9.xml" Id="R437402b6a05947cb" /><Relationship Type="http://schemas.openxmlformats.org/officeDocument/2006/relationships/slide" Target="/ppt/slides/slide10.xml" Id="R3b9a88fa5d2b43b0" /><Relationship Type="http://schemas.openxmlformats.org/officeDocument/2006/relationships/slide" Target="/ppt/slides/slide11.xml" Id="Rb942799093a648d2" /><Relationship Type="http://schemas.openxmlformats.org/officeDocument/2006/relationships/slide" Target="/ppt/slides/slide12.xml" Id="R94178ed6387947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4168486091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860bb011574f88" /><Relationship Type="http://schemas.openxmlformats.org/officeDocument/2006/relationships/notesMaster" Target="/ppt/notesMasters/notesMaster1.xml" Id="R1df79bef06f045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7affe41b05438f" /><Relationship Type="http://schemas.openxmlformats.org/officeDocument/2006/relationships/notesMaster" Target="/ppt/notesMasters/notesMaster1.xml" Id="R7c41140e2e544b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7f1160882f415f" /><Relationship Type="http://schemas.openxmlformats.org/officeDocument/2006/relationships/notesMaster" Target="/ppt/notesMasters/notesMaster1.xml" Id="R01ed85635e6a43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ad3b23e064612" /><Relationship Type="http://schemas.openxmlformats.org/officeDocument/2006/relationships/notesMaster" Target="/ppt/notesMasters/notesMaster1.xml" Id="Rda8d9b60c03446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3b049baf93486f" /><Relationship Type="http://schemas.openxmlformats.org/officeDocument/2006/relationships/notesMaster" Target="/ppt/notesMasters/notesMaster1.xml" Id="R9ba933c8a03146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338cb45ba6446c" /><Relationship Type="http://schemas.openxmlformats.org/officeDocument/2006/relationships/notesMaster" Target="/ppt/notesMasters/notesMaster1.xml" Id="R4457f38c0fde4f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608df176894455" /><Relationship Type="http://schemas.openxmlformats.org/officeDocument/2006/relationships/notesMaster" Target="/ppt/notesMasters/notesMaster1.xml" Id="R3fd366a796ca40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904415c1fc4256" /><Relationship Type="http://schemas.openxmlformats.org/officeDocument/2006/relationships/notesMaster" Target="/ppt/notesMasters/notesMaster1.xml" Id="R3bb93a5dc5e145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990f70a84548de" /><Relationship Type="http://schemas.openxmlformats.org/officeDocument/2006/relationships/notesMaster" Target="/ppt/notesMasters/notesMaster1.xml" Id="Re7009c92a3d64a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9e53d79a51496e" /><Relationship Type="http://schemas.openxmlformats.org/officeDocument/2006/relationships/notesMaster" Target="/ppt/notesMasters/notesMaster1.xml" Id="R9d73d7b1f15c4e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c1f8665c174aea" /><Relationship Type="http://schemas.openxmlformats.org/officeDocument/2006/relationships/notesMaster" Target="/ppt/notesMasters/notesMaster1.xml" Id="R097754afeb574d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9da0d284764453" /><Relationship Type="http://schemas.openxmlformats.org/officeDocument/2006/relationships/notesMaster" Target="/ppt/notesMasters/notesMaster1.xml" Id="R530fa616eaa743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PingRoom is a self-hosted MERN chat application for project groups. Explain the working product, then the database choices. Author: Tijil Sharma. Final class demonstration: 20 October 2026. Source: README.md and reviewed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comes from the supplied Review 1 PDF. These are product goals, not market research or measured customer claims. The classroom implementation focuses on project groups and self-hosted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screenshot captured on 19 October 2026 from the running React application. Source: docs/screenshots/chat.png. Point out the conversation list, members, message history, actions, search and composer.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these actions live. Groups require a title and at least three participants. Attachments are HTTP(S) links, not uploaded binaries. Sources: client/src/main.jsx, server/app.js.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is already implemented, so Next.js is unnecessary for this client-heavy chat. The production server serves the built Vite assets, REST endpoints and Socket.IO on one port. MongoDB is a Docker single-member replica set. Sources: server/index.js, vite.config.js,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user-to-conversation membership is many-to-many, represented by a bounded participant array. Messages reference both user and conversation. References are not MongoDB-enforced foreign keys. The API handles integrity. Source: server/models.js.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POST /api/conversations/:cid/messages. The member check, message insert and snapshot update share the session. Events publish after commit. The rollback test throws after two writes and checks that both original states survive. Sources: server/app.js, tests/api.test.js.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actual index definitions in server/models.js. History uses a compound index and an ObjectId tie-breaker. Text search uses a separate text index. Unique directKey prevents concurrent duplicates. Explain output verifies one query, not all workload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Database Studio capture. Counts are global, while activity aggregation is filtered to user membership. The panel exposes indexes and explain execution statistics. Seed baseline is 12 users, 6 conversations and 120 messages. Source: docs/screenshots/database.png and server/app.js.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Executed 19 October 2026. npm test: 13 passed, 0 failed. Browser suite: 4 passed, 0 failed with system Chrome. Build and format check passed. npm audit reports no known vulnerabilities at verification time. Sources: tests/api.test.js and tests/browser/chat.spec.js. These results do not establish load or failover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the local replica set has one member and does not provide failover. The original 300 ms target is not benchmarked. Attachments are URL links. Socket presence assumes one Node process. Production follow-up would include HTTPS, controlled diagnostics, removal of demo accounts, backups and monitoring. Sources: compose.yaml, README.md, Review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route: log in in two browser profiles, send/edit/delete a message, create a group, inspect MongoDB indexes and explain output, then show the rollback test. The code guide supports direct function questions. Run npm ci, npm run setup, npm start. Demo accounts: tijil@vitstudent.ac.in and aria@vitstudent.ac.in, synthetic password PingRoom@123. Source: docs/DEMO.md.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25cfb4f6fd430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5d9381a5b749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fd33ce9db646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dfc96b5d724d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9c2293d6464f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b8c1350bac47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6FB4B6-668F-4FD4-B455-18534DD4A4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7A9593-AC52-4B4E-8211-603EDBE77E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018EA6-7921-410C-9968-C867EB4351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D9C7C1-76F6-4534-BF22-61FF1E8A0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4E7939-00C0-4658-8B9B-50815E2CCD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345C71-5553-44A1-BDB6-618A263F2A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7B6A2E-0A45-4296-8ABB-811EF24EA1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2E8CC4-8734-4B54-815B-A1BF117CB7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C383C5-2B62-4407-B58C-8FEF4EF4AF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BBE77B-3221-4851-9723-D6C8A6D855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4337fe08eb4a15" /><Relationship Type="http://schemas.openxmlformats.org/officeDocument/2006/relationships/slideLayout" Target="/ppt/slideLayouts/slideLayout1.xml" Id="Rb096addd03d1459b" /><Relationship Type="http://schemas.openxmlformats.org/officeDocument/2006/relationships/slideLayout" Target="/ppt/slideLayouts/slideLayout2.xml" Id="R44082c6617294776" /><Relationship Type="http://schemas.openxmlformats.org/officeDocument/2006/relationships/slideLayout" Target="/ppt/slideLayouts/slideLayout3.xml" Id="R5e68cb7a9e5042a9" /><Relationship Type="http://schemas.openxmlformats.org/officeDocument/2006/relationships/slideLayout" Target="/ppt/slideLayouts/slideLayout4.xml" Id="Rd4495d7bc22b45fe" /><Relationship Type="http://schemas.openxmlformats.org/officeDocument/2006/relationships/slideLayout" Target="/ppt/slideLayouts/slideLayout5.xml" Id="Rbdc5b6735c234452" /><Relationship Type="http://schemas.openxmlformats.org/officeDocument/2006/relationships/slideLayout" Target="/ppt/slideLayouts/slideLayout6.xml" Id="R7a78e291616240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96addd03d1459b"/>
    <p:sldLayoutId xmlns:r="http://schemas.openxmlformats.org/officeDocument/2006/relationships" id="2147483650" r:id="R44082c6617294776"/>
    <p:sldLayoutId xmlns:r="http://schemas.openxmlformats.org/officeDocument/2006/relationships" id="2147483651" r:id="R5e68cb7a9e5042a9"/>
    <p:sldLayoutId xmlns:r="http://schemas.openxmlformats.org/officeDocument/2006/relationships" id="2147483652" r:id="Rd4495d7bc22b45fe"/>
    <p:sldLayoutId xmlns:r="http://schemas.openxmlformats.org/officeDocument/2006/relationships" id="2147483653" r:id="Rbdc5b6735c234452"/>
    <p:sldLayoutId xmlns:r="http://schemas.openxmlformats.org/officeDocument/2006/relationships" id="2147483654" r:id="R7a78e291616240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cb09261f864945" /><Relationship Type="http://schemas.openxmlformats.org/officeDocument/2006/relationships/notesSlide" Target="/ppt/notesSlides/notesSlide1.xml" Id="Reea32761f9424f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98b039af994819" /><Relationship Type="http://schemas.openxmlformats.org/officeDocument/2006/relationships/notesSlide" Target="/ppt/notesSlides/notesSlide2.xml" Id="Rf0909f6ae99f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d2db77434c487a" /><Relationship Type="http://schemas.openxmlformats.org/officeDocument/2006/relationships/image" Target="/ppt/media/image.png" Id="Rc62dcf1965734a1e" /><Relationship Type="http://schemas.openxmlformats.org/officeDocument/2006/relationships/notesSlide" Target="/ppt/notesSlides/notesSlide3.xml" Id="R2a46aedb38674f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0afa2e72b649c3" /><Relationship Type="http://schemas.openxmlformats.org/officeDocument/2006/relationships/notesSlide" Target="/ppt/notesSlides/notesSlide4.xml" Id="Rad4e954a25f741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18737bfd984dcb" /><Relationship Type="http://schemas.openxmlformats.org/officeDocument/2006/relationships/notesSlide" Target="/ppt/notesSlides/notesSlide5.xml" Id="R074f22518d584d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e14cdb24b44e54" /><Relationship Type="http://schemas.openxmlformats.org/officeDocument/2006/relationships/notesSlide" Target="/ppt/notesSlides/notesSlide6.xml" Id="R8b71806e97a145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968c40622f48b2" /><Relationship Type="http://schemas.openxmlformats.org/officeDocument/2006/relationships/notesSlide" Target="/ppt/notesSlides/notesSlide7.xml" Id="R0bf374a270f445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0da19380554618" /><Relationship Type="http://schemas.openxmlformats.org/officeDocument/2006/relationships/notesSlide" Target="/ppt/notesSlides/notesSlide8.xml" Id="Rf909c5822f4047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95bb1aba7f4a84" /><Relationship Type="http://schemas.openxmlformats.org/officeDocument/2006/relationships/image" Target="/ppt/media/image2.png" Id="Rb9b9d2b991d4466a" /><Relationship Type="http://schemas.openxmlformats.org/officeDocument/2006/relationships/notesSlide" Target="/ppt/notesSlides/notesSlide9.xml" Id="R9cd75d54008f4c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a37e0bab0e4e31" /><Relationship Type="http://schemas.openxmlformats.org/officeDocument/2006/relationships/notesSlide" Target="/ppt/notesSlides/notesSlide10.xml" Id="R389643f4bb0643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cd4465f4e464c9b" /><Relationship Type="http://schemas.openxmlformats.org/officeDocument/2006/relationships/notesSlide" Target="/ppt/notesSlides/notesSlide11.xml" Id="Rd089b445ef714d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0eaadcf29847f1" /><Relationship Type="http://schemas.openxmlformats.org/officeDocument/2006/relationships/notesSlide" Target="/ppt/notesSlides/notesSlide12.xml" Id="Rafbf9a88256d4317" /></Relationships>
</file>

<file path=ppt/slides/slide1.xml><?xml version="1.0" encoding="utf-8"?>
<p:sld xmlns:p="http://schemas.openxmlformats.org/presentationml/2006/main">
  <p:cSld>
    <p:bg>
      <p:bgPr>
        <a:solidFill xmlns:a="http://schemas.openxmlformats.org/drawingml/2006/main">
          <a:srgbClr val="203F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1F542D-6747-483E-BBBF-3DD0ACC19038}"/>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D98B"/>
                </a:solidFill>
                <a:latin typeface="Liberation Sans"/>
                <a:ea typeface="Liberation Sans"/>
                <a:cs typeface="Liberation Sans"/>
              </a:defRPr>
            </a:defPPr>
            <a:lvl1pPr>
              <a:defRPr sz="1200" b="0">
                <a:solidFill>
                  <a:srgbClr val="B8D98B"/>
                </a:solidFill>
                <a:latin typeface="Liberation Sans"/>
                <a:ea typeface="Liberation Sans"/>
                <a:cs typeface="Liberation Sans"/>
              </a:defRPr>
            </a:lvl1pPr>
            <a:lvl2pPr>
              <a:defRPr sz="1200" b="0">
                <a:solidFill>
                  <a:srgbClr val="B8D98B"/>
                </a:solidFill>
                <a:latin typeface="Liberation Sans"/>
                <a:ea typeface="Liberation Sans"/>
                <a:cs typeface="Liberation Sans"/>
              </a:defRPr>
            </a:lvl2pPr>
            <a:lvl3pPr>
              <a:defRPr sz="1200" b="0">
                <a:solidFill>
                  <a:srgbClr val="B8D98B"/>
                </a:solidFill>
                <a:latin typeface="Liberation Sans"/>
                <a:ea typeface="Liberation Sans"/>
                <a:cs typeface="Liberation Sans"/>
              </a:defRPr>
            </a:lvl3pPr>
            <a:lvl4pPr>
              <a:defRPr sz="1200" b="0">
                <a:solidFill>
                  <a:srgbClr val="B8D98B"/>
                </a:solidFill>
                <a:latin typeface="Liberation Sans"/>
                <a:ea typeface="Liberation Sans"/>
                <a:cs typeface="Liberation Sans"/>
              </a:defRPr>
            </a:lvl4pPr>
            <a:lvl5pPr>
              <a:defRPr sz="1200" b="0">
                <a:solidFill>
                  <a:srgbClr val="B8D98B"/>
                </a:solidFill>
                <a:latin typeface="Liberation Sans"/>
                <a:ea typeface="Liberation Sans"/>
                <a:cs typeface="Liberation Sans"/>
              </a:defRPr>
            </a:lvl5pPr>
            <a:lvl6pPr>
              <a:defRPr sz="1200" b="0">
                <a:solidFill>
                  <a:srgbClr val="B8D98B"/>
                </a:solidFill>
                <a:latin typeface="Liberation Sans"/>
                <a:ea typeface="Liberation Sans"/>
                <a:cs typeface="Liberation Sans"/>
              </a:defRPr>
            </a:lvl6pPr>
            <a:lvl7pPr>
              <a:defRPr sz="1200" b="0">
                <a:solidFill>
                  <a:srgbClr val="B8D98B"/>
                </a:solidFill>
                <a:latin typeface="Liberation Sans"/>
                <a:ea typeface="Liberation Sans"/>
                <a:cs typeface="Liberation Sans"/>
              </a:defRPr>
            </a:lvl7pPr>
            <a:lvl8pPr>
              <a:defRPr sz="1200" b="0">
                <a:solidFill>
                  <a:srgbClr val="B8D98B"/>
                </a:solidFill>
                <a:latin typeface="Liberation Sans"/>
                <a:ea typeface="Liberation Sans"/>
                <a:cs typeface="Liberation Sans"/>
              </a:defRPr>
            </a:lvl8pPr>
            <a:lvl9pPr>
              <a:defRPr sz="1200" b="0">
                <a:solidFill>
                  <a:srgbClr val="B8D98B"/>
                </a:solidFill>
                <a:latin typeface="Liberation Sans"/>
                <a:ea typeface="Liberation Sans"/>
                <a:cs typeface="Liberation Sans"/>
              </a:defRPr>
            </a:lvl9pPr>
          </a:lstStyle>
          <a:p xmlns:a="http://schemas.openxmlformats.org/drawingml/2006/main">
            <a:pPr>
              <a:defRPr sz="1200" b="0">
                <a:solidFill>
                  <a:srgbClr val="B8D98B"/>
                </a:solidFill>
                <a:latin typeface="Liberation Sans"/>
                <a:ea typeface="Liberation Sans"/>
                <a:cs typeface="Liberation Sans"/>
              </a:defRPr>
            </a:pPr>
            <a:r>
              <a:rPr sz="1200" b="0">
                <a:solidFill>
                  <a:srgbClr val="B8D98B"/>
                </a:solidFill>
                <a:latin typeface="Liberation Sans"/>
                <a:ea typeface="Liberation Sans"/>
                <a:cs typeface="Liberation Sans"/>
              </a:rPr>
              <a:t>01    PINGROOM</a:t>
            </a:r>
          </a:p>
        </p:txBody>
      </p:sp>
      <p:sp>
        <p:nvSpPr>
          <p:cNvPr id="2" name="">
            <a:extLst xmlns:a="http://schemas.openxmlformats.org/drawingml/2006/main">
              <a:ext uri="{FF2B5EF4-FFF2-40B4-BE49-F238E27FC236}">
                <a16:creationId xmlns:a16="http://schemas.microsoft.com/office/drawing/2014/main" id="{3FD5AC3C-9ADF-40E0-A267-74817F46986D}"/>
              </a:ext>
            </a:extLst>
          </p:cNvPr>
          <p:cNvSpPr>
            <a:spLocks xmlns:a="http://schemas.openxmlformats.org/drawingml/2006/main" noGrp="1"/>
          </p:cNvSpPr>
          <p:nvPr/>
        </p:nvSpPr>
        <p:spPr>
          <a:xfrm xmlns:a="http://schemas.openxmlformats.org/drawingml/2006/main">
            <a:off x="609600" y="1428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100" b="1">
                <a:solidFill>
                  <a:srgbClr val="F5F5EC"/>
                </a:solidFill>
                <a:latin typeface="Liberation Sans"/>
                <a:ea typeface="Liberation Sans"/>
                <a:cs typeface="Liberation Sans"/>
              </a:defRPr>
            </a:defPPr>
            <a:lvl1pPr>
              <a:defRPr sz="8100" b="1">
                <a:solidFill>
                  <a:srgbClr val="F5F5EC"/>
                </a:solidFill>
                <a:latin typeface="Liberation Sans"/>
                <a:ea typeface="Liberation Sans"/>
                <a:cs typeface="Liberation Sans"/>
              </a:defRPr>
            </a:lvl1pPr>
            <a:lvl2pPr>
              <a:defRPr sz="8100" b="1">
                <a:solidFill>
                  <a:srgbClr val="F5F5EC"/>
                </a:solidFill>
                <a:latin typeface="Liberation Sans"/>
                <a:ea typeface="Liberation Sans"/>
                <a:cs typeface="Liberation Sans"/>
              </a:defRPr>
            </a:lvl2pPr>
            <a:lvl3pPr>
              <a:defRPr sz="8100" b="1">
                <a:solidFill>
                  <a:srgbClr val="F5F5EC"/>
                </a:solidFill>
                <a:latin typeface="Liberation Sans"/>
                <a:ea typeface="Liberation Sans"/>
                <a:cs typeface="Liberation Sans"/>
              </a:defRPr>
            </a:lvl3pPr>
            <a:lvl4pPr>
              <a:defRPr sz="8100" b="1">
                <a:solidFill>
                  <a:srgbClr val="F5F5EC"/>
                </a:solidFill>
                <a:latin typeface="Liberation Sans"/>
                <a:ea typeface="Liberation Sans"/>
                <a:cs typeface="Liberation Sans"/>
              </a:defRPr>
            </a:lvl4pPr>
            <a:lvl5pPr>
              <a:defRPr sz="8100" b="1">
                <a:solidFill>
                  <a:srgbClr val="F5F5EC"/>
                </a:solidFill>
                <a:latin typeface="Liberation Sans"/>
                <a:ea typeface="Liberation Sans"/>
                <a:cs typeface="Liberation Sans"/>
              </a:defRPr>
            </a:lvl5pPr>
            <a:lvl6pPr>
              <a:defRPr sz="8100" b="1">
                <a:solidFill>
                  <a:srgbClr val="F5F5EC"/>
                </a:solidFill>
                <a:latin typeface="Liberation Sans"/>
                <a:ea typeface="Liberation Sans"/>
                <a:cs typeface="Liberation Sans"/>
              </a:defRPr>
            </a:lvl6pPr>
            <a:lvl7pPr>
              <a:defRPr sz="8100" b="1">
                <a:solidFill>
                  <a:srgbClr val="F5F5EC"/>
                </a:solidFill>
                <a:latin typeface="Liberation Sans"/>
                <a:ea typeface="Liberation Sans"/>
                <a:cs typeface="Liberation Sans"/>
              </a:defRPr>
            </a:lvl7pPr>
            <a:lvl8pPr>
              <a:defRPr sz="8100" b="1">
                <a:solidFill>
                  <a:srgbClr val="F5F5EC"/>
                </a:solidFill>
                <a:latin typeface="Liberation Sans"/>
                <a:ea typeface="Liberation Sans"/>
                <a:cs typeface="Liberation Sans"/>
              </a:defRPr>
            </a:lvl8pPr>
            <a:lvl9pPr>
              <a:defRPr sz="8100" b="1">
                <a:solidFill>
                  <a:srgbClr val="F5F5EC"/>
                </a:solidFill>
                <a:latin typeface="Liberation Sans"/>
                <a:ea typeface="Liberation Sans"/>
                <a:cs typeface="Liberation Sans"/>
              </a:defRPr>
            </a:lvl9pPr>
          </a:lstStyle>
          <a:p xmlns:a="http://schemas.openxmlformats.org/drawingml/2006/main">
            <a:pPr>
              <a:defRPr sz="8100" b="1">
                <a:solidFill>
                  <a:srgbClr val="F5F5EC"/>
                </a:solidFill>
                <a:latin typeface="Liberation Sans"/>
                <a:ea typeface="Liberation Sans"/>
                <a:cs typeface="Liberation Sans"/>
              </a:defRPr>
            </a:pPr>
            <a:r>
              <a:rPr sz="8100" b="1">
                <a:solidFill>
                  <a:srgbClr val="F5F5EC"/>
                </a:solidFill>
                <a:latin typeface="Liberation Sans"/>
                <a:ea typeface="Liberation Sans"/>
                <a:cs typeface="Liberation Sans"/>
              </a:rPr>
              <a:t>PingRoom</a:t>
            </a:r>
          </a:p>
        </p:txBody>
      </p:sp>
      <p:sp>
        <p:nvSpPr>
          <p:cNvPr id="3" name="">
            <a:extLst xmlns:a="http://schemas.openxmlformats.org/drawingml/2006/main">
              <a:ext uri="{FF2B5EF4-FFF2-40B4-BE49-F238E27FC236}">
                <a16:creationId xmlns:a16="http://schemas.microsoft.com/office/drawing/2014/main" id="{C0DA1660-642F-4DD0-9AC4-7758C1D205DB}"/>
              </a:ext>
            </a:extLst>
          </p:cNvPr>
          <p:cNvSpPr>
            <a:spLocks xmlns:a="http://schemas.openxmlformats.org/drawingml/2006/main" noGrp="1"/>
          </p:cNvSpPr>
          <p:nvPr/>
        </p:nvSpPr>
        <p:spPr>
          <a:xfrm xmlns:a="http://schemas.openxmlformats.org/drawingml/2006/main">
            <a:off x="666750" y="3143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B8D98B"/>
                </a:solidFill>
                <a:latin typeface="Liberation Sans"/>
                <a:ea typeface="Liberation Sans"/>
                <a:cs typeface="Liberation Sans"/>
              </a:defRPr>
            </a:defPPr>
            <a:lvl1pPr>
              <a:defRPr sz="3000" b="0">
                <a:solidFill>
                  <a:srgbClr val="B8D98B"/>
                </a:solidFill>
                <a:latin typeface="Liberation Sans"/>
                <a:ea typeface="Liberation Sans"/>
                <a:cs typeface="Liberation Sans"/>
              </a:defRPr>
            </a:lvl1pPr>
            <a:lvl2pPr>
              <a:defRPr sz="3000" b="0">
                <a:solidFill>
                  <a:srgbClr val="B8D98B"/>
                </a:solidFill>
                <a:latin typeface="Liberation Sans"/>
                <a:ea typeface="Liberation Sans"/>
                <a:cs typeface="Liberation Sans"/>
              </a:defRPr>
            </a:lvl2pPr>
            <a:lvl3pPr>
              <a:defRPr sz="3000" b="0">
                <a:solidFill>
                  <a:srgbClr val="B8D98B"/>
                </a:solidFill>
                <a:latin typeface="Liberation Sans"/>
                <a:ea typeface="Liberation Sans"/>
                <a:cs typeface="Liberation Sans"/>
              </a:defRPr>
            </a:lvl3pPr>
            <a:lvl4pPr>
              <a:defRPr sz="3000" b="0">
                <a:solidFill>
                  <a:srgbClr val="B8D98B"/>
                </a:solidFill>
                <a:latin typeface="Liberation Sans"/>
                <a:ea typeface="Liberation Sans"/>
                <a:cs typeface="Liberation Sans"/>
              </a:defRPr>
            </a:lvl4pPr>
            <a:lvl5pPr>
              <a:defRPr sz="3000" b="0">
                <a:solidFill>
                  <a:srgbClr val="B8D98B"/>
                </a:solidFill>
                <a:latin typeface="Liberation Sans"/>
                <a:ea typeface="Liberation Sans"/>
                <a:cs typeface="Liberation Sans"/>
              </a:defRPr>
            </a:lvl5pPr>
            <a:lvl6pPr>
              <a:defRPr sz="3000" b="0">
                <a:solidFill>
                  <a:srgbClr val="B8D98B"/>
                </a:solidFill>
                <a:latin typeface="Liberation Sans"/>
                <a:ea typeface="Liberation Sans"/>
                <a:cs typeface="Liberation Sans"/>
              </a:defRPr>
            </a:lvl6pPr>
            <a:lvl7pPr>
              <a:defRPr sz="3000" b="0">
                <a:solidFill>
                  <a:srgbClr val="B8D98B"/>
                </a:solidFill>
                <a:latin typeface="Liberation Sans"/>
                <a:ea typeface="Liberation Sans"/>
                <a:cs typeface="Liberation Sans"/>
              </a:defRPr>
            </a:lvl7pPr>
            <a:lvl8pPr>
              <a:defRPr sz="3000" b="0">
                <a:solidFill>
                  <a:srgbClr val="B8D98B"/>
                </a:solidFill>
                <a:latin typeface="Liberation Sans"/>
                <a:ea typeface="Liberation Sans"/>
                <a:cs typeface="Liberation Sans"/>
              </a:defRPr>
            </a:lvl8pPr>
            <a:lvl9pPr>
              <a:defRPr sz="3000" b="0">
                <a:solidFill>
                  <a:srgbClr val="B8D98B"/>
                </a:solidFill>
                <a:latin typeface="Liberation Sans"/>
                <a:ea typeface="Liberation Sans"/>
                <a:cs typeface="Liberation Sans"/>
              </a:defRPr>
            </a:lvl9pPr>
          </a:lstStyle>
          <a:p xmlns:a="http://schemas.openxmlformats.org/drawingml/2006/main">
            <a:pPr>
              <a:defRPr sz="3000" b="0">
                <a:solidFill>
                  <a:srgbClr val="B8D98B"/>
                </a:solidFill>
                <a:latin typeface="Liberation Sans"/>
                <a:ea typeface="Liberation Sans"/>
                <a:cs typeface="Liberation Sans"/>
              </a:defRPr>
            </a:pPr>
            <a:r>
              <a:rPr sz="3000" b="0">
                <a:solidFill>
                  <a:srgbClr val="B8D98B"/>
                </a:solidFill>
                <a:latin typeface="Liberation Sans"/>
                <a:ea typeface="Liberation Sans"/>
                <a:cs typeface="Liberation Sans"/>
              </a:rPr>
              <a:t>Real time chat for project groups</a:t>
            </a:r>
          </a:p>
        </p:txBody>
      </p:sp>
      <p:sp>
        <p:nvSpPr>
          <p:cNvPr id="4" name="">
            <a:extLst xmlns:a="http://schemas.openxmlformats.org/drawingml/2006/main">
              <a:ext uri="{FF2B5EF4-FFF2-40B4-BE49-F238E27FC236}">
                <a16:creationId xmlns:a16="http://schemas.microsoft.com/office/drawing/2014/main" id="{E0032FE6-10E9-46DE-8275-3F14AE13CA11}"/>
              </a:ext>
            </a:extLst>
          </p:cNvPr>
          <p:cNvSpPr>
            <a:spLocks xmlns:a="http://schemas.openxmlformats.org/drawingml/2006/main" noGrp="1"/>
          </p:cNvSpPr>
          <p:nvPr/>
        </p:nvSpPr>
        <p:spPr>
          <a:xfrm xmlns:a="http://schemas.openxmlformats.org/drawingml/2006/main">
            <a:off x="666750" y="4667250"/>
            <a:ext cx="1000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5F5EC"/>
                </a:solidFill>
                <a:latin typeface="Liberation Sans"/>
                <a:ea typeface="Liberation Sans"/>
                <a:cs typeface="Liberation Sans"/>
              </a:defRPr>
            </a:defPPr>
            <a:lvl1pPr>
              <a:defRPr sz="1950" b="0">
                <a:solidFill>
                  <a:srgbClr val="F5F5EC"/>
                </a:solidFill>
                <a:latin typeface="Liberation Sans"/>
                <a:ea typeface="Liberation Sans"/>
                <a:cs typeface="Liberation Sans"/>
              </a:defRPr>
            </a:lvl1pPr>
            <a:lvl2pPr>
              <a:defRPr sz="1950" b="0">
                <a:solidFill>
                  <a:srgbClr val="F5F5EC"/>
                </a:solidFill>
                <a:latin typeface="Liberation Sans"/>
                <a:ea typeface="Liberation Sans"/>
                <a:cs typeface="Liberation Sans"/>
              </a:defRPr>
            </a:lvl2pPr>
            <a:lvl3pPr>
              <a:defRPr sz="1950" b="0">
                <a:solidFill>
                  <a:srgbClr val="F5F5EC"/>
                </a:solidFill>
                <a:latin typeface="Liberation Sans"/>
                <a:ea typeface="Liberation Sans"/>
                <a:cs typeface="Liberation Sans"/>
              </a:defRPr>
            </a:lvl3pPr>
            <a:lvl4pPr>
              <a:defRPr sz="1950" b="0">
                <a:solidFill>
                  <a:srgbClr val="F5F5EC"/>
                </a:solidFill>
                <a:latin typeface="Liberation Sans"/>
                <a:ea typeface="Liberation Sans"/>
                <a:cs typeface="Liberation Sans"/>
              </a:defRPr>
            </a:lvl4pPr>
            <a:lvl5pPr>
              <a:defRPr sz="1950" b="0">
                <a:solidFill>
                  <a:srgbClr val="F5F5EC"/>
                </a:solidFill>
                <a:latin typeface="Liberation Sans"/>
                <a:ea typeface="Liberation Sans"/>
                <a:cs typeface="Liberation Sans"/>
              </a:defRPr>
            </a:lvl5pPr>
            <a:lvl6pPr>
              <a:defRPr sz="1950" b="0">
                <a:solidFill>
                  <a:srgbClr val="F5F5EC"/>
                </a:solidFill>
                <a:latin typeface="Liberation Sans"/>
                <a:ea typeface="Liberation Sans"/>
                <a:cs typeface="Liberation Sans"/>
              </a:defRPr>
            </a:lvl6pPr>
            <a:lvl7pPr>
              <a:defRPr sz="1950" b="0">
                <a:solidFill>
                  <a:srgbClr val="F5F5EC"/>
                </a:solidFill>
                <a:latin typeface="Liberation Sans"/>
                <a:ea typeface="Liberation Sans"/>
                <a:cs typeface="Liberation Sans"/>
              </a:defRPr>
            </a:lvl7pPr>
            <a:lvl8pPr>
              <a:defRPr sz="1950" b="0">
                <a:solidFill>
                  <a:srgbClr val="F5F5EC"/>
                </a:solidFill>
                <a:latin typeface="Liberation Sans"/>
                <a:ea typeface="Liberation Sans"/>
                <a:cs typeface="Liberation Sans"/>
              </a:defRPr>
            </a:lvl8pPr>
            <a:lvl9pPr>
              <a:defRPr sz="1950" b="0">
                <a:solidFill>
                  <a:srgbClr val="F5F5EC"/>
                </a:solidFill>
                <a:latin typeface="Liberation Sans"/>
                <a:ea typeface="Liberation Sans"/>
                <a:cs typeface="Liberation Sans"/>
              </a:defRPr>
            </a:lvl9pPr>
          </a:lstStyle>
          <a:p xmlns:a="http://schemas.openxmlformats.org/drawingml/2006/main">
            <a:pPr>
              <a:defRPr sz="1950" b="0">
                <a:solidFill>
                  <a:srgbClr val="F5F5EC"/>
                </a:solidFill>
                <a:latin typeface="Liberation Sans"/>
                <a:ea typeface="Liberation Sans"/>
                <a:cs typeface="Liberation Sans"/>
              </a:defRPr>
            </a:pPr>
            <a:r>
              <a:rPr sz="1950" b="0">
                <a:solidFill>
                  <a:srgbClr val="F5F5EC"/>
                </a:solidFill>
                <a:latin typeface="Liberation Sans"/>
                <a:ea typeface="Liberation Sans"/>
                <a:cs typeface="Liberation Sans"/>
              </a:rPr>
              <a:t>Database Systems final implementation</a:t>
            </a:r>
          </a:p>
          <a:p xmlns:a="http://schemas.openxmlformats.org/drawingml/2006/main">
            <a:pPr>
              <a:defRPr sz="1950" b="0">
                <a:solidFill>
                  <a:srgbClr val="F5F5EC"/>
                </a:solidFill>
                <a:latin typeface="Liberation Sans"/>
                <a:ea typeface="Liberation Sans"/>
                <a:cs typeface="Liberation Sans"/>
              </a:defRPr>
            </a:pPr>
            <a:r>
              <a:rPr sz="1950" b="0">
                <a:solidFill>
                  <a:srgbClr val="F5F5EC"/>
                </a:solidFill>
                <a:latin typeface="Liberation Sans"/>
                <a:ea typeface="Liberation Sans"/>
                <a:cs typeface="Liberation Sans"/>
              </a:rPr>
              <a:t>Tijil Sharma · 20 October 2026</a:t>
            </a:r>
          </a:p>
        </p:txBody>
      </p:sp>
    </p:spTree>
    <p:extLst>
      <p:ext uri="{BB962C8B-B14F-4D97-AF65-F5344CB8AC3E}">
        <p14:creationId xmlns:p14="http://schemas.microsoft.com/office/powerpoint/2010/main" val="398625318"/>
      </p:ext>
    </p:extLst>
  </p:cSld>
</p:sld>
</file>

<file path=ppt/slides/slide2.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86D021-325A-49C5-A50D-AACE96DB52AC}"/>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A shared space for project conversations</a:t>
            </a:r>
          </a:p>
        </p:txBody>
      </p:sp>
      <p:sp>
        <p:nvSpPr>
          <p:cNvPr id="2" name="">
            <a:extLst xmlns:a="http://schemas.openxmlformats.org/drawingml/2006/main">
              <a:ext uri="{FF2B5EF4-FFF2-40B4-BE49-F238E27FC236}">
                <a16:creationId xmlns:a16="http://schemas.microsoft.com/office/drawing/2014/main" id="{7163A8E3-13D5-4A92-8649-CD6DACB5C59A}"/>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02    PINGROOM</a:t>
            </a:r>
          </a:p>
        </p:txBody>
      </p:sp>
      <p:sp>
        <p:nvSpPr>
          <p:cNvPr id="3" name="">
            <a:extLst xmlns:a="http://schemas.openxmlformats.org/drawingml/2006/main">
              <a:ext uri="{FF2B5EF4-FFF2-40B4-BE49-F238E27FC236}">
                <a16:creationId xmlns:a16="http://schemas.microsoft.com/office/drawing/2014/main" id="{9DA3B3D4-9E6F-4BC9-8438-0C327282BB88}"/>
              </a:ext>
            </a:extLst>
          </p:cNvPr>
          <p:cNvSpPr>
            <a:spLocks xmlns:a="http://schemas.openxmlformats.org/drawingml/2006/main" noGrp="1"/>
          </p:cNvSpPr>
          <p:nvPr/>
        </p:nvSpPr>
        <p:spPr>
          <a:xfrm xmlns:a="http://schemas.openxmlformats.org/drawingml/2006/main">
            <a:off x="609600" y="1619250"/>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03F35"/>
                </a:solidFill>
                <a:latin typeface="Liberation Sans"/>
                <a:ea typeface="Liberation Sans"/>
                <a:cs typeface="Liberation Sans"/>
              </a:defRPr>
            </a:defPPr>
            <a:lvl1pPr>
              <a:defRPr sz="3150" b="1">
                <a:solidFill>
                  <a:srgbClr val="203F35"/>
                </a:solidFill>
                <a:latin typeface="Liberation Sans"/>
                <a:ea typeface="Liberation Sans"/>
                <a:cs typeface="Liberation Sans"/>
              </a:defRPr>
            </a:lvl1pPr>
            <a:lvl2pPr>
              <a:defRPr sz="3150" b="1">
                <a:solidFill>
                  <a:srgbClr val="203F35"/>
                </a:solidFill>
                <a:latin typeface="Liberation Sans"/>
                <a:ea typeface="Liberation Sans"/>
                <a:cs typeface="Liberation Sans"/>
              </a:defRPr>
            </a:lvl2pPr>
            <a:lvl3pPr>
              <a:defRPr sz="3150" b="1">
                <a:solidFill>
                  <a:srgbClr val="203F35"/>
                </a:solidFill>
                <a:latin typeface="Liberation Sans"/>
                <a:ea typeface="Liberation Sans"/>
                <a:cs typeface="Liberation Sans"/>
              </a:defRPr>
            </a:lvl3pPr>
            <a:lvl4pPr>
              <a:defRPr sz="3150" b="1">
                <a:solidFill>
                  <a:srgbClr val="203F35"/>
                </a:solidFill>
                <a:latin typeface="Liberation Sans"/>
                <a:ea typeface="Liberation Sans"/>
                <a:cs typeface="Liberation Sans"/>
              </a:defRPr>
            </a:lvl4pPr>
            <a:lvl5pPr>
              <a:defRPr sz="3150" b="1">
                <a:solidFill>
                  <a:srgbClr val="203F35"/>
                </a:solidFill>
                <a:latin typeface="Liberation Sans"/>
                <a:ea typeface="Liberation Sans"/>
                <a:cs typeface="Liberation Sans"/>
              </a:defRPr>
            </a:lvl5pPr>
            <a:lvl6pPr>
              <a:defRPr sz="3150" b="1">
                <a:solidFill>
                  <a:srgbClr val="203F35"/>
                </a:solidFill>
                <a:latin typeface="Liberation Sans"/>
                <a:ea typeface="Liberation Sans"/>
                <a:cs typeface="Liberation Sans"/>
              </a:defRPr>
            </a:lvl6pPr>
            <a:lvl7pPr>
              <a:defRPr sz="3150" b="1">
                <a:solidFill>
                  <a:srgbClr val="203F35"/>
                </a:solidFill>
                <a:latin typeface="Liberation Sans"/>
                <a:ea typeface="Liberation Sans"/>
                <a:cs typeface="Liberation Sans"/>
              </a:defRPr>
            </a:lvl7pPr>
            <a:lvl8pPr>
              <a:defRPr sz="3150" b="1">
                <a:solidFill>
                  <a:srgbClr val="203F35"/>
                </a:solidFill>
                <a:latin typeface="Liberation Sans"/>
                <a:ea typeface="Liberation Sans"/>
                <a:cs typeface="Liberation Sans"/>
              </a:defRPr>
            </a:lvl8pPr>
            <a:lvl9pPr>
              <a:defRPr sz="3150" b="1">
                <a:solidFill>
                  <a:srgbClr val="203F35"/>
                </a:solidFill>
                <a:latin typeface="Liberation Sans"/>
                <a:ea typeface="Liberation Sans"/>
                <a:cs typeface="Liberation Sans"/>
              </a:defRPr>
            </a:lvl9pPr>
          </a:lstStyle>
          <a:p xmlns:a="http://schemas.openxmlformats.org/drawingml/2006/main">
            <a:pPr>
              <a:defRPr sz="3150" b="1">
                <a:solidFill>
                  <a:srgbClr val="203F35"/>
                </a:solidFill>
                <a:latin typeface="Liberation Sans"/>
                <a:ea typeface="Liberation Sans"/>
                <a:cs typeface="Liberation Sans"/>
              </a:defRPr>
            </a:pPr>
            <a:r>
              <a:rPr sz="3150" b="1">
                <a:solidFill>
                  <a:srgbClr val="203F35"/>
                </a:solidFill>
                <a:latin typeface="Liberation Sans"/>
                <a:ea typeface="Liberation Sans"/>
                <a:cs typeface="Liberation Sans"/>
              </a:rPr>
              <a:t>Small teams need a place to keep the conversation going.</a:t>
            </a:r>
          </a:p>
        </p:txBody>
      </p:sp>
      <p:sp>
        <p:nvSpPr>
          <p:cNvPr id="4" name="">
            <a:extLst xmlns:a="http://schemas.openxmlformats.org/drawingml/2006/main">
              <a:ext uri="{FF2B5EF4-FFF2-40B4-BE49-F238E27FC236}">
                <a16:creationId xmlns:a16="http://schemas.microsoft.com/office/drawing/2014/main" id="{3C5F435E-55AD-4DE8-94AC-0ECB73312F58}"/>
              </a:ext>
            </a:extLst>
          </p:cNvPr>
          <p:cNvSpPr>
            <a:spLocks xmlns:a="http://schemas.openxmlformats.org/drawingml/2006/main" noGrp="1"/>
          </p:cNvSpPr>
          <p:nvPr/>
        </p:nvSpPr>
        <p:spPr>
          <a:xfrm xmlns:a="http://schemas.openxmlformats.org/drawingml/2006/main">
            <a:off x="609600" y="342900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03F35"/>
                </a:solidFill>
                <a:latin typeface="Liberation Sans"/>
                <a:ea typeface="Liberation Sans"/>
                <a:cs typeface="Liberation Sans"/>
              </a:defRPr>
            </a:defPPr>
            <a:lvl1pPr>
              <a:defRPr sz="2400" b="0">
                <a:solidFill>
                  <a:srgbClr val="203F35"/>
                </a:solidFill>
                <a:latin typeface="Liberation Sans"/>
                <a:ea typeface="Liberation Sans"/>
                <a:cs typeface="Liberation Sans"/>
              </a:defRPr>
            </a:lvl1pPr>
            <a:lvl2pPr>
              <a:defRPr sz="2400" b="0">
                <a:solidFill>
                  <a:srgbClr val="203F35"/>
                </a:solidFill>
                <a:latin typeface="Liberation Sans"/>
                <a:ea typeface="Liberation Sans"/>
                <a:cs typeface="Liberation Sans"/>
              </a:defRPr>
            </a:lvl2pPr>
            <a:lvl3pPr>
              <a:defRPr sz="2400" b="0">
                <a:solidFill>
                  <a:srgbClr val="203F35"/>
                </a:solidFill>
                <a:latin typeface="Liberation Sans"/>
                <a:ea typeface="Liberation Sans"/>
                <a:cs typeface="Liberation Sans"/>
              </a:defRPr>
            </a:lvl3pPr>
            <a:lvl4pPr>
              <a:defRPr sz="2400" b="0">
                <a:solidFill>
                  <a:srgbClr val="203F35"/>
                </a:solidFill>
                <a:latin typeface="Liberation Sans"/>
                <a:ea typeface="Liberation Sans"/>
                <a:cs typeface="Liberation Sans"/>
              </a:defRPr>
            </a:lvl4pPr>
            <a:lvl5pPr>
              <a:defRPr sz="2400" b="0">
                <a:solidFill>
                  <a:srgbClr val="203F35"/>
                </a:solidFill>
                <a:latin typeface="Liberation Sans"/>
                <a:ea typeface="Liberation Sans"/>
                <a:cs typeface="Liberation Sans"/>
              </a:defRPr>
            </a:lvl5pPr>
            <a:lvl6pPr>
              <a:defRPr sz="2400" b="0">
                <a:solidFill>
                  <a:srgbClr val="203F35"/>
                </a:solidFill>
                <a:latin typeface="Liberation Sans"/>
                <a:ea typeface="Liberation Sans"/>
                <a:cs typeface="Liberation Sans"/>
              </a:defRPr>
            </a:lvl6pPr>
            <a:lvl7pPr>
              <a:defRPr sz="2400" b="0">
                <a:solidFill>
                  <a:srgbClr val="203F35"/>
                </a:solidFill>
                <a:latin typeface="Liberation Sans"/>
                <a:ea typeface="Liberation Sans"/>
                <a:cs typeface="Liberation Sans"/>
              </a:defRPr>
            </a:lvl7pPr>
            <a:lvl8pPr>
              <a:defRPr sz="2400" b="0">
                <a:solidFill>
                  <a:srgbClr val="203F35"/>
                </a:solidFill>
                <a:latin typeface="Liberation Sans"/>
                <a:ea typeface="Liberation Sans"/>
                <a:cs typeface="Liberation Sans"/>
              </a:defRPr>
            </a:lvl8pPr>
            <a:lvl9pPr>
              <a:defRPr sz="2400" b="0">
                <a:solidFill>
                  <a:srgbClr val="203F35"/>
                </a:solidFill>
                <a:latin typeface="Liberation Sans"/>
                <a:ea typeface="Liberation Sans"/>
                <a:cs typeface="Liberation Sans"/>
              </a:defRPr>
            </a:lvl9pPr>
          </a:lstStyle>
          <a:p xmlns:a="http://schemas.openxmlformats.org/drawingml/2006/main">
            <a:pPr>
              <a:defRPr sz="2400" b="0">
                <a:solidFill>
                  <a:srgbClr val="203F35"/>
                </a:solidFill>
                <a:latin typeface="Liberation Sans"/>
                <a:ea typeface="Liberation Sans"/>
                <a:cs typeface="Liberation Sans"/>
              </a:defRPr>
            </a:pPr>
            <a:r>
              <a:rPr sz="2400" b="0">
                <a:solidFill>
                  <a:srgbClr val="203F35"/>
                </a:solidFill>
                <a:latin typeface="Liberation Sans"/>
                <a:ea typeface="Liberation Sans"/>
                <a:cs typeface="Liberation Sans"/>
              </a:rPr>
              <a:t>Find people and start a direct chat.</a:t>
            </a:r>
          </a:p>
          <a:p xmlns:a="http://schemas.openxmlformats.org/drawingml/2006/main">
            <a:pPr>
              <a:defRPr sz="2400" b="0">
                <a:solidFill>
                  <a:srgbClr val="203F35"/>
                </a:solidFill>
                <a:latin typeface="Liberation Sans"/>
                <a:ea typeface="Liberation Sans"/>
                <a:cs typeface="Liberation Sans"/>
              </a:defRPr>
            </a:pPr>
            <a:r>
              <a:rPr sz="2400" b="0">
                <a:solidFill>
                  <a:srgbClr val="203F35"/>
                </a:solidFill>
                <a:latin typeface="Liberation Sans"/>
                <a:ea typeface="Liberation Sans"/>
                <a:cs typeface="Liberation Sans"/>
              </a:rPr>
              <a:t>Keep group discussions and their history together.</a:t>
            </a:r>
          </a:p>
          <a:p xmlns:a="http://schemas.openxmlformats.org/drawingml/2006/main">
            <a:pPr>
              <a:defRPr sz="2400" b="0">
                <a:solidFill>
                  <a:srgbClr val="203F35"/>
                </a:solidFill>
                <a:latin typeface="Liberation Sans"/>
                <a:ea typeface="Liberation Sans"/>
                <a:cs typeface="Liberation Sans"/>
              </a:defRPr>
            </a:pPr>
            <a:r>
              <a:rPr sz="2400" b="0">
                <a:solidFill>
                  <a:srgbClr val="203F35"/>
                </a:solidFill>
                <a:latin typeface="Liberation Sans"/>
                <a:ea typeface="Liberation Sans"/>
                <a:cs typeface="Liberation Sans"/>
              </a:rPr>
              <a:t>Return later without losing the conversation.</a:t>
            </a:r>
          </a:p>
        </p:txBody>
      </p:sp>
      <p:sp>
        <p:nvSpPr>
          <p:cNvPr id="5" name="">
            <a:extLst xmlns:a="http://schemas.openxmlformats.org/drawingml/2006/main">
              <a:ext uri="{FF2B5EF4-FFF2-40B4-BE49-F238E27FC236}">
                <a16:creationId xmlns:a16="http://schemas.microsoft.com/office/drawing/2014/main" id="{D0DFF469-6DEB-400D-9238-F02225662B44}"/>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A local web app with a database you can inspect and explain.</a:t>
            </a:r>
          </a:p>
        </p:txBody>
      </p:sp>
    </p:spTree>
    <p:extLst>
      <p:ext uri="{BB962C8B-B14F-4D97-AF65-F5344CB8AC3E}">
        <p14:creationId xmlns:p14="http://schemas.microsoft.com/office/powerpoint/2010/main" val="1211375679"/>
      </p:ext>
    </p:extLst>
  </p:cSld>
</p:sld>
</file>

<file path=ppt/slides/slide3.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EC056C3-9B1B-47C5-91BF-528B2DBC6330}"/>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The working product</a:t>
            </a:r>
          </a:p>
        </p:txBody>
      </p:sp>
      <p:sp>
        <p:nvSpPr>
          <p:cNvPr id="2" name="">
            <a:extLst xmlns:a="http://schemas.openxmlformats.org/drawingml/2006/main">
              <a:ext uri="{FF2B5EF4-FFF2-40B4-BE49-F238E27FC236}">
                <a16:creationId xmlns:a16="http://schemas.microsoft.com/office/drawing/2014/main" id="{A248310F-8B2F-4085-80DC-4B3799BD2209}"/>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03    PINGROOM</a:t>
            </a:r>
          </a:p>
        </p:txBody>
      </p:sp>
      <p:pic>
        <p:nvPicPr>
          <p:cNvPr id="3" name="">
            <a:extLst xmlns:a="http://schemas.openxmlformats.org/drawingml/2006/main">
              <a:ext uri="{FF2B5EF4-FFF2-40B4-BE49-F238E27FC236}">
                <a16:creationId xmlns:a16="http://schemas.microsoft.com/office/drawing/2014/main" id="{FFD94388-81C7-47F1-A94B-0FA54633C792}"/>
              </a:ext>
            </a:extLst>
          </p:cNvPr>
          <p:cNvPicPr>
            <a:picLocks xmlns:a="http://schemas.openxmlformats.org/drawingml/2006/main" noChangeAspect="1"/>
          </p:cNvPicPr>
          <p:nvPr/>
        </p:nvPicPr>
        <p:blipFill>
          <a:blip xmlns:r="http://schemas.openxmlformats.org/officeDocument/2006/relationships" xmlns:a="http://schemas.openxmlformats.org/drawingml/2006/main" r:embed="Rc62dcf1965734a1e"/>
          <a:stretch xmlns:a="http://schemas.openxmlformats.org/drawingml/2006/main"/>
        </p:blipFill>
        <p:spPr>
          <a:xfrm xmlns:a="http://schemas.openxmlformats.org/drawingml/2006/main">
            <a:off x="2362200" y="1390650"/>
            <a:ext cx="7467600" cy="4667250"/>
          </a:xfrm>
          <a:prstGeom xmlns:a="http://schemas.openxmlformats.org/drawingml/2006/main" prst="rect">
            <a:avLst/>
          </a:prstGeom>
        </p:spPr>
      </p:pic>
    </p:spTree>
    <p:extLst>
      <p:ext uri="{BB962C8B-B14F-4D97-AF65-F5344CB8AC3E}">
        <p14:creationId xmlns:p14="http://schemas.microsoft.com/office/powerpoint/2010/main" val="2026700621"/>
      </p:ext>
    </p:extLst>
  </p:cSld>
</p:sld>
</file>

<file path=ppt/slides/slide4.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AE70A95-99AE-45D6-B4A5-30A27C3BB5D6}"/>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One flow for direct and group chat</a:t>
            </a:r>
          </a:p>
        </p:txBody>
      </p:sp>
      <p:sp>
        <p:nvSpPr>
          <p:cNvPr id="2" name="">
            <a:extLst xmlns:a="http://schemas.openxmlformats.org/drawingml/2006/main">
              <a:ext uri="{FF2B5EF4-FFF2-40B4-BE49-F238E27FC236}">
                <a16:creationId xmlns:a16="http://schemas.microsoft.com/office/drawing/2014/main" id="{71A7571B-E88A-4BE7-BBC8-7FCABD43EF20}"/>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04    PINGROOM</a:t>
            </a:r>
          </a:p>
        </p:txBody>
      </p:sp>
      <p:sp>
        <p:nvSpPr>
          <p:cNvPr id="3" name="">
            <a:extLst xmlns:a="http://schemas.openxmlformats.org/drawingml/2006/main">
              <a:ext uri="{FF2B5EF4-FFF2-40B4-BE49-F238E27FC236}">
                <a16:creationId xmlns:a16="http://schemas.microsoft.com/office/drawing/2014/main" id="{0137248E-516F-4F38-A9C9-EF89358F980B}"/>
              </a:ext>
            </a:extLst>
          </p:cNvPr>
          <p:cNvSpPr>
            <a:spLocks xmlns:a="http://schemas.openxmlformats.org/drawingml/2006/main" noGrp="1"/>
          </p:cNvSpPr>
          <p:nvPr/>
        </p:nvSpPr>
        <p:spPr>
          <a:xfrm xmlns:a="http://schemas.openxmlformats.org/drawingml/2006/main">
            <a:off x="609600" y="16192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64756B"/>
                </a:solidFill>
                <a:latin typeface="Liberation Sans"/>
                <a:ea typeface="Liberation Sans"/>
                <a:cs typeface="Liberation Sans"/>
              </a:defRPr>
            </a:defPPr>
            <a:lvl1pPr>
              <a:defRPr sz="3150" b="0">
                <a:solidFill>
                  <a:srgbClr val="64756B"/>
                </a:solidFill>
                <a:latin typeface="Liberation Sans"/>
                <a:ea typeface="Liberation Sans"/>
                <a:cs typeface="Liberation Sans"/>
              </a:defRPr>
            </a:lvl1pPr>
            <a:lvl2pPr>
              <a:defRPr sz="3150" b="0">
                <a:solidFill>
                  <a:srgbClr val="64756B"/>
                </a:solidFill>
                <a:latin typeface="Liberation Sans"/>
                <a:ea typeface="Liberation Sans"/>
                <a:cs typeface="Liberation Sans"/>
              </a:defRPr>
            </a:lvl2pPr>
            <a:lvl3pPr>
              <a:defRPr sz="3150" b="0">
                <a:solidFill>
                  <a:srgbClr val="64756B"/>
                </a:solidFill>
                <a:latin typeface="Liberation Sans"/>
                <a:ea typeface="Liberation Sans"/>
                <a:cs typeface="Liberation Sans"/>
              </a:defRPr>
            </a:lvl3pPr>
            <a:lvl4pPr>
              <a:defRPr sz="3150" b="0">
                <a:solidFill>
                  <a:srgbClr val="64756B"/>
                </a:solidFill>
                <a:latin typeface="Liberation Sans"/>
                <a:ea typeface="Liberation Sans"/>
                <a:cs typeface="Liberation Sans"/>
              </a:defRPr>
            </a:lvl4pPr>
            <a:lvl5pPr>
              <a:defRPr sz="3150" b="0">
                <a:solidFill>
                  <a:srgbClr val="64756B"/>
                </a:solidFill>
                <a:latin typeface="Liberation Sans"/>
                <a:ea typeface="Liberation Sans"/>
                <a:cs typeface="Liberation Sans"/>
              </a:defRPr>
            </a:lvl5pPr>
            <a:lvl6pPr>
              <a:defRPr sz="3150" b="0">
                <a:solidFill>
                  <a:srgbClr val="64756B"/>
                </a:solidFill>
                <a:latin typeface="Liberation Sans"/>
                <a:ea typeface="Liberation Sans"/>
                <a:cs typeface="Liberation Sans"/>
              </a:defRPr>
            </a:lvl6pPr>
            <a:lvl7pPr>
              <a:defRPr sz="3150" b="0">
                <a:solidFill>
                  <a:srgbClr val="64756B"/>
                </a:solidFill>
                <a:latin typeface="Liberation Sans"/>
                <a:ea typeface="Liberation Sans"/>
                <a:cs typeface="Liberation Sans"/>
              </a:defRPr>
            </a:lvl7pPr>
            <a:lvl8pPr>
              <a:defRPr sz="3150" b="0">
                <a:solidFill>
                  <a:srgbClr val="64756B"/>
                </a:solidFill>
                <a:latin typeface="Liberation Sans"/>
                <a:ea typeface="Liberation Sans"/>
                <a:cs typeface="Liberation Sans"/>
              </a:defRPr>
            </a:lvl8pPr>
            <a:lvl9pPr>
              <a:defRPr sz="3150" b="0">
                <a:solidFill>
                  <a:srgbClr val="64756B"/>
                </a:solidFill>
                <a:latin typeface="Liberation Sans"/>
                <a:ea typeface="Liberation Sans"/>
                <a:cs typeface="Liberation Sans"/>
              </a:defRPr>
            </a:lvl9pPr>
          </a:lstStyle>
          <a:p xmlns:a="http://schemas.openxmlformats.org/drawingml/2006/main">
            <a:pPr>
              <a:defRPr sz="3150" b="0">
                <a:solidFill>
                  <a:srgbClr val="64756B"/>
                </a:solidFill>
                <a:latin typeface="Liberation Sans"/>
                <a:ea typeface="Liberation Sans"/>
                <a:cs typeface="Liberation Sans"/>
              </a:defRPr>
            </a:pPr>
            <a:r>
              <a:rPr sz="3150" b="0">
                <a:solidFill>
                  <a:srgbClr val="64756B"/>
                </a:solidFill>
                <a:latin typeface="Liberation Sans"/>
                <a:ea typeface="Liberation Sans"/>
                <a:cs typeface="Liberation Sans"/>
              </a:rPr>
              <a:t>01</a:t>
            </a:r>
          </a:p>
        </p:txBody>
      </p:sp>
      <p:sp>
        <p:nvSpPr>
          <p:cNvPr id="4" name="">
            <a:extLst xmlns:a="http://schemas.openxmlformats.org/drawingml/2006/main">
              <a:ext uri="{FF2B5EF4-FFF2-40B4-BE49-F238E27FC236}">
                <a16:creationId xmlns:a16="http://schemas.microsoft.com/office/drawing/2014/main" id="{44DBE2BE-5B90-487B-A267-841849AD0681}"/>
              </a:ext>
            </a:extLst>
          </p:cNvPr>
          <p:cNvSpPr>
            <a:spLocks xmlns:a="http://schemas.openxmlformats.org/drawingml/2006/main" noGrp="1"/>
          </p:cNvSpPr>
          <p:nvPr/>
        </p:nvSpPr>
        <p:spPr>
          <a:xfrm xmlns:a="http://schemas.openxmlformats.org/drawingml/2006/main">
            <a:off x="1657350" y="16192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03F35"/>
                </a:solidFill>
                <a:latin typeface="Liberation Sans"/>
                <a:ea typeface="Liberation Sans"/>
                <a:cs typeface="Liberation Sans"/>
              </a:defRPr>
            </a:defPPr>
            <a:lvl1pPr>
              <a:defRPr sz="2550" b="1">
                <a:solidFill>
                  <a:srgbClr val="203F35"/>
                </a:solidFill>
                <a:latin typeface="Liberation Sans"/>
                <a:ea typeface="Liberation Sans"/>
                <a:cs typeface="Liberation Sans"/>
              </a:defRPr>
            </a:lvl1pPr>
            <a:lvl2pPr>
              <a:defRPr sz="2550" b="1">
                <a:solidFill>
                  <a:srgbClr val="203F35"/>
                </a:solidFill>
                <a:latin typeface="Liberation Sans"/>
                <a:ea typeface="Liberation Sans"/>
                <a:cs typeface="Liberation Sans"/>
              </a:defRPr>
            </a:lvl2pPr>
            <a:lvl3pPr>
              <a:defRPr sz="2550" b="1">
                <a:solidFill>
                  <a:srgbClr val="203F35"/>
                </a:solidFill>
                <a:latin typeface="Liberation Sans"/>
                <a:ea typeface="Liberation Sans"/>
                <a:cs typeface="Liberation Sans"/>
              </a:defRPr>
            </a:lvl3pPr>
            <a:lvl4pPr>
              <a:defRPr sz="2550" b="1">
                <a:solidFill>
                  <a:srgbClr val="203F35"/>
                </a:solidFill>
                <a:latin typeface="Liberation Sans"/>
                <a:ea typeface="Liberation Sans"/>
                <a:cs typeface="Liberation Sans"/>
              </a:defRPr>
            </a:lvl4pPr>
            <a:lvl5pPr>
              <a:defRPr sz="2550" b="1">
                <a:solidFill>
                  <a:srgbClr val="203F35"/>
                </a:solidFill>
                <a:latin typeface="Liberation Sans"/>
                <a:ea typeface="Liberation Sans"/>
                <a:cs typeface="Liberation Sans"/>
              </a:defRPr>
            </a:lvl5pPr>
            <a:lvl6pPr>
              <a:defRPr sz="2550" b="1">
                <a:solidFill>
                  <a:srgbClr val="203F35"/>
                </a:solidFill>
                <a:latin typeface="Liberation Sans"/>
                <a:ea typeface="Liberation Sans"/>
                <a:cs typeface="Liberation Sans"/>
              </a:defRPr>
            </a:lvl6pPr>
            <a:lvl7pPr>
              <a:defRPr sz="2550" b="1">
                <a:solidFill>
                  <a:srgbClr val="203F35"/>
                </a:solidFill>
                <a:latin typeface="Liberation Sans"/>
                <a:ea typeface="Liberation Sans"/>
                <a:cs typeface="Liberation Sans"/>
              </a:defRPr>
            </a:lvl7pPr>
            <a:lvl8pPr>
              <a:defRPr sz="2550" b="1">
                <a:solidFill>
                  <a:srgbClr val="203F35"/>
                </a:solidFill>
                <a:latin typeface="Liberation Sans"/>
                <a:ea typeface="Liberation Sans"/>
                <a:cs typeface="Liberation Sans"/>
              </a:defRPr>
            </a:lvl8pPr>
            <a:lvl9pPr>
              <a:defRPr sz="2550" b="1">
                <a:solidFill>
                  <a:srgbClr val="203F35"/>
                </a:solidFill>
                <a:latin typeface="Liberation Sans"/>
                <a:ea typeface="Liberation Sans"/>
                <a:cs typeface="Liberation Sans"/>
              </a:defRPr>
            </a:lvl9pPr>
          </a:lstStyle>
          <a:p xmlns:a="http://schemas.openxmlformats.org/drawingml/2006/main">
            <a:pPr>
              <a:defRPr sz="2550" b="1">
                <a:solidFill>
                  <a:srgbClr val="203F35"/>
                </a:solidFill>
                <a:latin typeface="Liberation Sans"/>
                <a:ea typeface="Liberation Sans"/>
                <a:cs typeface="Liberation Sans"/>
              </a:defRPr>
            </a:pPr>
            <a:r>
              <a:rPr sz="2550" b="1">
                <a:solidFill>
                  <a:srgbClr val="203F35"/>
                </a:solidFill>
                <a:latin typeface="Liberation Sans"/>
                <a:ea typeface="Liberation Sans"/>
                <a:cs typeface="Liberation Sans"/>
              </a:rPr>
              <a:t>Connect</a:t>
            </a:r>
          </a:p>
        </p:txBody>
      </p:sp>
      <p:sp>
        <p:nvSpPr>
          <p:cNvPr id="5" name="">
            <a:extLst xmlns:a="http://schemas.openxmlformats.org/drawingml/2006/main">
              <a:ext uri="{FF2B5EF4-FFF2-40B4-BE49-F238E27FC236}">
                <a16:creationId xmlns:a16="http://schemas.microsoft.com/office/drawing/2014/main" id="{649649B6-CB02-4E3D-A047-C7224DD0EF60}"/>
              </a:ext>
            </a:extLst>
          </p:cNvPr>
          <p:cNvSpPr>
            <a:spLocks xmlns:a="http://schemas.openxmlformats.org/drawingml/2006/main" noGrp="1"/>
          </p:cNvSpPr>
          <p:nvPr/>
        </p:nvSpPr>
        <p:spPr>
          <a:xfrm xmlns:a="http://schemas.openxmlformats.org/drawingml/2006/main">
            <a:off x="4476750" y="1657350"/>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Search users or create a named group.</a:t>
            </a:r>
          </a:p>
        </p:txBody>
      </p:sp>
      <p:sp>
        <p:nvSpPr>
          <p:cNvPr id="6" name="">
            <a:extLst xmlns:a="http://schemas.openxmlformats.org/drawingml/2006/main">
              <a:ext uri="{FF2B5EF4-FFF2-40B4-BE49-F238E27FC236}">
                <a16:creationId xmlns:a16="http://schemas.microsoft.com/office/drawing/2014/main" id="{CA290273-1D55-441E-ADAB-B39EA920ACE2}"/>
              </a:ext>
            </a:extLst>
          </p:cNvPr>
          <p:cNvSpPr>
            <a:spLocks xmlns:a="http://schemas.openxmlformats.org/drawingml/2006/main" noGrp="1"/>
          </p:cNvSpPr>
          <p:nvPr/>
        </p:nvSpPr>
        <p:spPr>
          <a:xfrm xmlns:a="http://schemas.openxmlformats.org/drawingml/2006/main">
            <a:off x="609600" y="27051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64756B"/>
                </a:solidFill>
                <a:latin typeface="Liberation Sans"/>
                <a:ea typeface="Liberation Sans"/>
                <a:cs typeface="Liberation Sans"/>
              </a:defRPr>
            </a:defPPr>
            <a:lvl1pPr>
              <a:defRPr sz="3150" b="0">
                <a:solidFill>
                  <a:srgbClr val="64756B"/>
                </a:solidFill>
                <a:latin typeface="Liberation Sans"/>
                <a:ea typeface="Liberation Sans"/>
                <a:cs typeface="Liberation Sans"/>
              </a:defRPr>
            </a:lvl1pPr>
            <a:lvl2pPr>
              <a:defRPr sz="3150" b="0">
                <a:solidFill>
                  <a:srgbClr val="64756B"/>
                </a:solidFill>
                <a:latin typeface="Liberation Sans"/>
                <a:ea typeface="Liberation Sans"/>
                <a:cs typeface="Liberation Sans"/>
              </a:defRPr>
            </a:lvl2pPr>
            <a:lvl3pPr>
              <a:defRPr sz="3150" b="0">
                <a:solidFill>
                  <a:srgbClr val="64756B"/>
                </a:solidFill>
                <a:latin typeface="Liberation Sans"/>
                <a:ea typeface="Liberation Sans"/>
                <a:cs typeface="Liberation Sans"/>
              </a:defRPr>
            </a:lvl3pPr>
            <a:lvl4pPr>
              <a:defRPr sz="3150" b="0">
                <a:solidFill>
                  <a:srgbClr val="64756B"/>
                </a:solidFill>
                <a:latin typeface="Liberation Sans"/>
                <a:ea typeface="Liberation Sans"/>
                <a:cs typeface="Liberation Sans"/>
              </a:defRPr>
            </a:lvl4pPr>
            <a:lvl5pPr>
              <a:defRPr sz="3150" b="0">
                <a:solidFill>
                  <a:srgbClr val="64756B"/>
                </a:solidFill>
                <a:latin typeface="Liberation Sans"/>
                <a:ea typeface="Liberation Sans"/>
                <a:cs typeface="Liberation Sans"/>
              </a:defRPr>
            </a:lvl5pPr>
            <a:lvl6pPr>
              <a:defRPr sz="3150" b="0">
                <a:solidFill>
                  <a:srgbClr val="64756B"/>
                </a:solidFill>
                <a:latin typeface="Liberation Sans"/>
                <a:ea typeface="Liberation Sans"/>
                <a:cs typeface="Liberation Sans"/>
              </a:defRPr>
            </a:lvl6pPr>
            <a:lvl7pPr>
              <a:defRPr sz="3150" b="0">
                <a:solidFill>
                  <a:srgbClr val="64756B"/>
                </a:solidFill>
                <a:latin typeface="Liberation Sans"/>
                <a:ea typeface="Liberation Sans"/>
                <a:cs typeface="Liberation Sans"/>
              </a:defRPr>
            </a:lvl7pPr>
            <a:lvl8pPr>
              <a:defRPr sz="3150" b="0">
                <a:solidFill>
                  <a:srgbClr val="64756B"/>
                </a:solidFill>
                <a:latin typeface="Liberation Sans"/>
                <a:ea typeface="Liberation Sans"/>
                <a:cs typeface="Liberation Sans"/>
              </a:defRPr>
            </a:lvl8pPr>
            <a:lvl9pPr>
              <a:defRPr sz="3150" b="0">
                <a:solidFill>
                  <a:srgbClr val="64756B"/>
                </a:solidFill>
                <a:latin typeface="Liberation Sans"/>
                <a:ea typeface="Liberation Sans"/>
                <a:cs typeface="Liberation Sans"/>
              </a:defRPr>
            </a:lvl9pPr>
          </a:lstStyle>
          <a:p xmlns:a="http://schemas.openxmlformats.org/drawingml/2006/main">
            <a:pPr>
              <a:defRPr sz="3150" b="0">
                <a:solidFill>
                  <a:srgbClr val="64756B"/>
                </a:solidFill>
                <a:latin typeface="Liberation Sans"/>
                <a:ea typeface="Liberation Sans"/>
                <a:cs typeface="Liberation Sans"/>
              </a:defRPr>
            </a:pPr>
            <a:r>
              <a:rPr sz="3150" b="0">
                <a:solidFill>
                  <a:srgbClr val="64756B"/>
                </a:solidFill>
                <a:latin typeface="Liberation Sans"/>
                <a:ea typeface="Liberation Sans"/>
                <a:cs typeface="Liberation Sans"/>
              </a:rPr>
              <a:t>02</a:t>
            </a:r>
          </a:p>
        </p:txBody>
      </p:sp>
      <p:sp>
        <p:nvSpPr>
          <p:cNvPr id="7" name="">
            <a:extLst xmlns:a="http://schemas.openxmlformats.org/drawingml/2006/main">
              <a:ext uri="{FF2B5EF4-FFF2-40B4-BE49-F238E27FC236}">
                <a16:creationId xmlns:a16="http://schemas.microsoft.com/office/drawing/2014/main" id="{E8BA0AE2-F507-40D9-A76A-A19A88415A05}"/>
              </a:ext>
            </a:extLst>
          </p:cNvPr>
          <p:cNvSpPr>
            <a:spLocks xmlns:a="http://schemas.openxmlformats.org/drawingml/2006/main" noGrp="1"/>
          </p:cNvSpPr>
          <p:nvPr/>
        </p:nvSpPr>
        <p:spPr>
          <a:xfrm xmlns:a="http://schemas.openxmlformats.org/drawingml/2006/main">
            <a:off x="1657350" y="27051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03F35"/>
                </a:solidFill>
                <a:latin typeface="Liberation Sans"/>
                <a:ea typeface="Liberation Sans"/>
                <a:cs typeface="Liberation Sans"/>
              </a:defRPr>
            </a:defPPr>
            <a:lvl1pPr>
              <a:defRPr sz="2550" b="1">
                <a:solidFill>
                  <a:srgbClr val="203F35"/>
                </a:solidFill>
                <a:latin typeface="Liberation Sans"/>
                <a:ea typeface="Liberation Sans"/>
                <a:cs typeface="Liberation Sans"/>
              </a:defRPr>
            </a:lvl1pPr>
            <a:lvl2pPr>
              <a:defRPr sz="2550" b="1">
                <a:solidFill>
                  <a:srgbClr val="203F35"/>
                </a:solidFill>
                <a:latin typeface="Liberation Sans"/>
                <a:ea typeface="Liberation Sans"/>
                <a:cs typeface="Liberation Sans"/>
              </a:defRPr>
            </a:lvl2pPr>
            <a:lvl3pPr>
              <a:defRPr sz="2550" b="1">
                <a:solidFill>
                  <a:srgbClr val="203F35"/>
                </a:solidFill>
                <a:latin typeface="Liberation Sans"/>
                <a:ea typeface="Liberation Sans"/>
                <a:cs typeface="Liberation Sans"/>
              </a:defRPr>
            </a:lvl3pPr>
            <a:lvl4pPr>
              <a:defRPr sz="2550" b="1">
                <a:solidFill>
                  <a:srgbClr val="203F35"/>
                </a:solidFill>
                <a:latin typeface="Liberation Sans"/>
                <a:ea typeface="Liberation Sans"/>
                <a:cs typeface="Liberation Sans"/>
              </a:defRPr>
            </a:lvl4pPr>
            <a:lvl5pPr>
              <a:defRPr sz="2550" b="1">
                <a:solidFill>
                  <a:srgbClr val="203F35"/>
                </a:solidFill>
                <a:latin typeface="Liberation Sans"/>
                <a:ea typeface="Liberation Sans"/>
                <a:cs typeface="Liberation Sans"/>
              </a:defRPr>
            </a:lvl5pPr>
            <a:lvl6pPr>
              <a:defRPr sz="2550" b="1">
                <a:solidFill>
                  <a:srgbClr val="203F35"/>
                </a:solidFill>
                <a:latin typeface="Liberation Sans"/>
                <a:ea typeface="Liberation Sans"/>
                <a:cs typeface="Liberation Sans"/>
              </a:defRPr>
            </a:lvl6pPr>
            <a:lvl7pPr>
              <a:defRPr sz="2550" b="1">
                <a:solidFill>
                  <a:srgbClr val="203F35"/>
                </a:solidFill>
                <a:latin typeface="Liberation Sans"/>
                <a:ea typeface="Liberation Sans"/>
                <a:cs typeface="Liberation Sans"/>
              </a:defRPr>
            </a:lvl7pPr>
            <a:lvl8pPr>
              <a:defRPr sz="2550" b="1">
                <a:solidFill>
                  <a:srgbClr val="203F35"/>
                </a:solidFill>
                <a:latin typeface="Liberation Sans"/>
                <a:ea typeface="Liberation Sans"/>
                <a:cs typeface="Liberation Sans"/>
              </a:defRPr>
            </a:lvl8pPr>
            <a:lvl9pPr>
              <a:defRPr sz="2550" b="1">
                <a:solidFill>
                  <a:srgbClr val="203F35"/>
                </a:solidFill>
                <a:latin typeface="Liberation Sans"/>
                <a:ea typeface="Liberation Sans"/>
                <a:cs typeface="Liberation Sans"/>
              </a:defRPr>
            </a:lvl9pPr>
          </a:lstStyle>
          <a:p xmlns:a="http://schemas.openxmlformats.org/drawingml/2006/main">
            <a:pPr>
              <a:defRPr sz="2550" b="1">
                <a:solidFill>
                  <a:srgbClr val="203F35"/>
                </a:solidFill>
                <a:latin typeface="Liberation Sans"/>
                <a:ea typeface="Liberation Sans"/>
                <a:cs typeface="Liberation Sans"/>
              </a:defRPr>
            </a:pPr>
            <a:r>
              <a:rPr sz="2550" b="1">
                <a:solidFill>
                  <a:srgbClr val="203F35"/>
                </a:solidFill>
                <a:latin typeface="Liberation Sans"/>
                <a:ea typeface="Liberation Sans"/>
                <a:cs typeface="Liberation Sans"/>
              </a:rPr>
              <a:t>Talk</a:t>
            </a:r>
          </a:p>
        </p:txBody>
      </p:sp>
      <p:sp>
        <p:nvSpPr>
          <p:cNvPr id="8" name="">
            <a:extLst xmlns:a="http://schemas.openxmlformats.org/drawingml/2006/main">
              <a:ext uri="{FF2B5EF4-FFF2-40B4-BE49-F238E27FC236}">
                <a16:creationId xmlns:a16="http://schemas.microsoft.com/office/drawing/2014/main" id="{BC86DEF4-D3DD-4852-9161-0D1F423EF8E5}"/>
              </a:ext>
            </a:extLst>
          </p:cNvPr>
          <p:cNvSpPr>
            <a:spLocks xmlns:a="http://schemas.openxmlformats.org/drawingml/2006/main" noGrp="1"/>
          </p:cNvSpPr>
          <p:nvPr/>
        </p:nvSpPr>
        <p:spPr>
          <a:xfrm xmlns:a="http://schemas.openxmlformats.org/drawingml/2006/main">
            <a:off x="4476750" y="2743200"/>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Send text and share an image or file link.</a:t>
            </a:r>
          </a:p>
        </p:txBody>
      </p:sp>
      <p:sp>
        <p:nvSpPr>
          <p:cNvPr id="9" name="">
            <a:extLst xmlns:a="http://schemas.openxmlformats.org/drawingml/2006/main">
              <a:ext uri="{FF2B5EF4-FFF2-40B4-BE49-F238E27FC236}">
                <a16:creationId xmlns:a16="http://schemas.microsoft.com/office/drawing/2014/main" id="{1412C1A9-7630-4902-AD88-7ECEDFE8B88E}"/>
              </a:ext>
            </a:extLst>
          </p:cNvPr>
          <p:cNvSpPr>
            <a:spLocks xmlns:a="http://schemas.openxmlformats.org/drawingml/2006/main" noGrp="1"/>
          </p:cNvSpPr>
          <p:nvPr/>
        </p:nvSpPr>
        <p:spPr>
          <a:xfrm xmlns:a="http://schemas.openxmlformats.org/drawingml/2006/main">
            <a:off x="609600" y="37909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64756B"/>
                </a:solidFill>
                <a:latin typeface="Liberation Sans"/>
                <a:ea typeface="Liberation Sans"/>
                <a:cs typeface="Liberation Sans"/>
              </a:defRPr>
            </a:defPPr>
            <a:lvl1pPr>
              <a:defRPr sz="3150" b="0">
                <a:solidFill>
                  <a:srgbClr val="64756B"/>
                </a:solidFill>
                <a:latin typeface="Liberation Sans"/>
                <a:ea typeface="Liberation Sans"/>
                <a:cs typeface="Liberation Sans"/>
              </a:defRPr>
            </a:lvl1pPr>
            <a:lvl2pPr>
              <a:defRPr sz="3150" b="0">
                <a:solidFill>
                  <a:srgbClr val="64756B"/>
                </a:solidFill>
                <a:latin typeface="Liberation Sans"/>
                <a:ea typeface="Liberation Sans"/>
                <a:cs typeface="Liberation Sans"/>
              </a:defRPr>
            </a:lvl2pPr>
            <a:lvl3pPr>
              <a:defRPr sz="3150" b="0">
                <a:solidFill>
                  <a:srgbClr val="64756B"/>
                </a:solidFill>
                <a:latin typeface="Liberation Sans"/>
                <a:ea typeface="Liberation Sans"/>
                <a:cs typeface="Liberation Sans"/>
              </a:defRPr>
            </a:lvl3pPr>
            <a:lvl4pPr>
              <a:defRPr sz="3150" b="0">
                <a:solidFill>
                  <a:srgbClr val="64756B"/>
                </a:solidFill>
                <a:latin typeface="Liberation Sans"/>
                <a:ea typeface="Liberation Sans"/>
                <a:cs typeface="Liberation Sans"/>
              </a:defRPr>
            </a:lvl4pPr>
            <a:lvl5pPr>
              <a:defRPr sz="3150" b="0">
                <a:solidFill>
                  <a:srgbClr val="64756B"/>
                </a:solidFill>
                <a:latin typeface="Liberation Sans"/>
                <a:ea typeface="Liberation Sans"/>
                <a:cs typeface="Liberation Sans"/>
              </a:defRPr>
            </a:lvl5pPr>
            <a:lvl6pPr>
              <a:defRPr sz="3150" b="0">
                <a:solidFill>
                  <a:srgbClr val="64756B"/>
                </a:solidFill>
                <a:latin typeface="Liberation Sans"/>
                <a:ea typeface="Liberation Sans"/>
                <a:cs typeface="Liberation Sans"/>
              </a:defRPr>
            </a:lvl6pPr>
            <a:lvl7pPr>
              <a:defRPr sz="3150" b="0">
                <a:solidFill>
                  <a:srgbClr val="64756B"/>
                </a:solidFill>
                <a:latin typeface="Liberation Sans"/>
                <a:ea typeface="Liberation Sans"/>
                <a:cs typeface="Liberation Sans"/>
              </a:defRPr>
            </a:lvl7pPr>
            <a:lvl8pPr>
              <a:defRPr sz="3150" b="0">
                <a:solidFill>
                  <a:srgbClr val="64756B"/>
                </a:solidFill>
                <a:latin typeface="Liberation Sans"/>
                <a:ea typeface="Liberation Sans"/>
                <a:cs typeface="Liberation Sans"/>
              </a:defRPr>
            </a:lvl8pPr>
            <a:lvl9pPr>
              <a:defRPr sz="3150" b="0">
                <a:solidFill>
                  <a:srgbClr val="64756B"/>
                </a:solidFill>
                <a:latin typeface="Liberation Sans"/>
                <a:ea typeface="Liberation Sans"/>
                <a:cs typeface="Liberation Sans"/>
              </a:defRPr>
            </a:lvl9pPr>
          </a:lstStyle>
          <a:p xmlns:a="http://schemas.openxmlformats.org/drawingml/2006/main">
            <a:pPr>
              <a:defRPr sz="3150" b="0">
                <a:solidFill>
                  <a:srgbClr val="64756B"/>
                </a:solidFill>
                <a:latin typeface="Liberation Sans"/>
                <a:ea typeface="Liberation Sans"/>
                <a:cs typeface="Liberation Sans"/>
              </a:defRPr>
            </a:pPr>
            <a:r>
              <a:rPr sz="3150" b="0">
                <a:solidFill>
                  <a:srgbClr val="64756B"/>
                </a:solidFill>
                <a:latin typeface="Liberation Sans"/>
                <a:ea typeface="Liberation Sans"/>
                <a:cs typeface="Liberation Sans"/>
              </a:rPr>
              <a:t>03</a:t>
            </a:r>
          </a:p>
        </p:txBody>
      </p:sp>
      <p:sp>
        <p:nvSpPr>
          <p:cNvPr id="10" name="">
            <a:extLst xmlns:a="http://schemas.openxmlformats.org/drawingml/2006/main">
              <a:ext uri="{FF2B5EF4-FFF2-40B4-BE49-F238E27FC236}">
                <a16:creationId xmlns:a16="http://schemas.microsoft.com/office/drawing/2014/main" id="{E4A183FD-6804-4A3B-A8EC-B6AB32E00A9A}"/>
              </a:ext>
            </a:extLst>
          </p:cNvPr>
          <p:cNvSpPr>
            <a:spLocks xmlns:a="http://schemas.openxmlformats.org/drawingml/2006/main" noGrp="1"/>
          </p:cNvSpPr>
          <p:nvPr/>
        </p:nvSpPr>
        <p:spPr>
          <a:xfrm xmlns:a="http://schemas.openxmlformats.org/drawingml/2006/main">
            <a:off x="1657350" y="37909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03F35"/>
                </a:solidFill>
                <a:latin typeface="Liberation Sans"/>
                <a:ea typeface="Liberation Sans"/>
                <a:cs typeface="Liberation Sans"/>
              </a:defRPr>
            </a:defPPr>
            <a:lvl1pPr>
              <a:defRPr sz="2550" b="1">
                <a:solidFill>
                  <a:srgbClr val="203F35"/>
                </a:solidFill>
                <a:latin typeface="Liberation Sans"/>
                <a:ea typeface="Liberation Sans"/>
                <a:cs typeface="Liberation Sans"/>
              </a:defRPr>
            </a:lvl1pPr>
            <a:lvl2pPr>
              <a:defRPr sz="2550" b="1">
                <a:solidFill>
                  <a:srgbClr val="203F35"/>
                </a:solidFill>
                <a:latin typeface="Liberation Sans"/>
                <a:ea typeface="Liberation Sans"/>
                <a:cs typeface="Liberation Sans"/>
              </a:defRPr>
            </a:lvl2pPr>
            <a:lvl3pPr>
              <a:defRPr sz="2550" b="1">
                <a:solidFill>
                  <a:srgbClr val="203F35"/>
                </a:solidFill>
                <a:latin typeface="Liberation Sans"/>
                <a:ea typeface="Liberation Sans"/>
                <a:cs typeface="Liberation Sans"/>
              </a:defRPr>
            </a:lvl3pPr>
            <a:lvl4pPr>
              <a:defRPr sz="2550" b="1">
                <a:solidFill>
                  <a:srgbClr val="203F35"/>
                </a:solidFill>
                <a:latin typeface="Liberation Sans"/>
                <a:ea typeface="Liberation Sans"/>
                <a:cs typeface="Liberation Sans"/>
              </a:defRPr>
            </a:lvl4pPr>
            <a:lvl5pPr>
              <a:defRPr sz="2550" b="1">
                <a:solidFill>
                  <a:srgbClr val="203F35"/>
                </a:solidFill>
                <a:latin typeface="Liberation Sans"/>
                <a:ea typeface="Liberation Sans"/>
                <a:cs typeface="Liberation Sans"/>
              </a:defRPr>
            </a:lvl5pPr>
            <a:lvl6pPr>
              <a:defRPr sz="2550" b="1">
                <a:solidFill>
                  <a:srgbClr val="203F35"/>
                </a:solidFill>
                <a:latin typeface="Liberation Sans"/>
                <a:ea typeface="Liberation Sans"/>
                <a:cs typeface="Liberation Sans"/>
              </a:defRPr>
            </a:lvl6pPr>
            <a:lvl7pPr>
              <a:defRPr sz="2550" b="1">
                <a:solidFill>
                  <a:srgbClr val="203F35"/>
                </a:solidFill>
                <a:latin typeface="Liberation Sans"/>
                <a:ea typeface="Liberation Sans"/>
                <a:cs typeface="Liberation Sans"/>
              </a:defRPr>
            </a:lvl7pPr>
            <a:lvl8pPr>
              <a:defRPr sz="2550" b="1">
                <a:solidFill>
                  <a:srgbClr val="203F35"/>
                </a:solidFill>
                <a:latin typeface="Liberation Sans"/>
                <a:ea typeface="Liberation Sans"/>
                <a:cs typeface="Liberation Sans"/>
              </a:defRPr>
            </a:lvl8pPr>
            <a:lvl9pPr>
              <a:defRPr sz="2550" b="1">
                <a:solidFill>
                  <a:srgbClr val="203F35"/>
                </a:solidFill>
                <a:latin typeface="Liberation Sans"/>
                <a:ea typeface="Liberation Sans"/>
                <a:cs typeface="Liberation Sans"/>
              </a:defRPr>
            </a:lvl9pPr>
          </a:lstStyle>
          <a:p xmlns:a="http://schemas.openxmlformats.org/drawingml/2006/main">
            <a:pPr>
              <a:defRPr sz="2550" b="1">
                <a:solidFill>
                  <a:srgbClr val="203F35"/>
                </a:solidFill>
                <a:latin typeface="Liberation Sans"/>
                <a:ea typeface="Liberation Sans"/>
                <a:cs typeface="Liberation Sans"/>
              </a:defRPr>
            </a:pPr>
            <a:r>
              <a:rPr sz="2550" b="1">
                <a:solidFill>
                  <a:srgbClr val="203F35"/>
                </a:solidFill>
                <a:latin typeface="Liberation Sans"/>
                <a:ea typeface="Liberation Sans"/>
                <a:cs typeface="Liberation Sans"/>
              </a:rPr>
              <a:t>Follow up</a:t>
            </a:r>
          </a:p>
        </p:txBody>
      </p:sp>
      <p:sp>
        <p:nvSpPr>
          <p:cNvPr id="11" name="">
            <a:extLst xmlns:a="http://schemas.openxmlformats.org/drawingml/2006/main">
              <a:ext uri="{FF2B5EF4-FFF2-40B4-BE49-F238E27FC236}">
                <a16:creationId xmlns:a16="http://schemas.microsoft.com/office/drawing/2014/main" id="{30CEFA92-CF0B-4FC4-8924-C973BD9073A5}"/>
              </a:ext>
            </a:extLst>
          </p:cNvPr>
          <p:cNvSpPr>
            <a:spLocks xmlns:a="http://schemas.openxmlformats.org/drawingml/2006/main" noGrp="1"/>
          </p:cNvSpPr>
          <p:nvPr/>
        </p:nvSpPr>
        <p:spPr>
          <a:xfrm xmlns:a="http://schemas.openxmlformats.org/drawingml/2006/main">
            <a:off x="4476750" y="3829050"/>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See presence, typing and per-recipient receipts.</a:t>
            </a:r>
          </a:p>
        </p:txBody>
      </p:sp>
      <p:sp>
        <p:nvSpPr>
          <p:cNvPr id="12" name="">
            <a:extLst xmlns:a="http://schemas.openxmlformats.org/drawingml/2006/main">
              <a:ext uri="{FF2B5EF4-FFF2-40B4-BE49-F238E27FC236}">
                <a16:creationId xmlns:a16="http://schemas.microsoft.com/office/drawing/2014/main" id="{451E85EA-DB3F-4AF7-9A60-AEFB17829F57}"/>
              </a:ext>
            </a:extLst>
          </p:cNvPr>
          <p:cNvSpPr>
            <a:spLocks xmlns:a="http://schemas.openxmlformats.org/drawingml/2006/main" noGrp="1"/>
          </p:cNvSpPr>
          <p:nvPr/>
        </p:nvSpPr>
        <p:spPr>
          <a:xfrm xmlns:a="http://schemas.openxmlformats.org/drawingml/2006/main">
            <a:off x="609600" y="4876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64756B"/>
                </a:solidFill>
                <a:latin typeface="Liberation Sans"/>
                <a:ea typeface="Liberation Sans"/>
                <a:cs typeface="Liberation Sans"/>
              </a:defRPr>
            </a:defPPr>
            <a:lvl1pPr>
              <a:defRPr sz="3150" b="0">
                <a:solidFill>
                  <a:srgbClr val="64756B"/>
                </a:solidFill>
                <a:latin typeface="Liberation Sans"/>
                <a:ea typeface="Liberation Sans"/>
                <a:cs typeface="Liberation Sans"/>
              </a:defRPr>
            </a:lvl1pPr>
            <a:lvl2pPr>
              <a:defRPr sz="3150" b="0">
                <a:solidFill>
                  <a:srgbClr val="64756B"/>
                </a:solidFill>
                <a:latin typeface="Liberation Sans"/>
                <a:ea typeface="Liberation Sans"/>
                <a:cs typeface="Liberation Sans"/>
              </a:defRPr>
            </a:lvl2pPr>
            <a:lvl3pPr>
              <a:defRPr sz="3150" b="0">
                <a:solidFill>
                  <a:srgbClr val="64756B"/>
                </a:solidFill>
                <a:latin typeface="Liberation Sans"/>
                <a:ea typeface="Liberation Sans"/>
                <a:cs typeface="Liberation Sans"/>
              </a:defRPr>
            </a:lvl3pPr>
            <a:lvl4pPr>
              <a:defRPr sz="3150" b="0">
                <a:solidFill>
                  <a:srgbClr val="64756B"/>
                </a:solidFill>
                <a:latin typeface="Liberation Sans"/>
                <a:ea typeface="Liberation Sans"/>
                <a:cs typeface="Liberation Sans"/>
              </a:defRPr>
            </a:lvl4pPr>
            <a:lvl5pPr>
              <a:defRPr sz="3150" b="0">
                <a:solidFill>
                  <a:srgbClr val="64756B"/>
                </a:solidFill>
                <a:latin typeface="Liberation Sans"/>
                <a:ea typeface="Liberation Sans"/>
                <a:cs typeface="Liberation Sans"/>
              </a:defRPr>
            </a:lvl5pPr>
            <a:lvl6pPr>
              <a:defRPr sz="3150" b="0">
                <a:solidFill>
                  <a:srgbClr val="64756B"/>
                </a:solidFill>
                <a:latin typeface="Liberation Sans"/>
                <a:ea typeface="Liberation Sans"/>
                <a:cs typeface="Liberation Sans"/>
              </a:defRPr>
            </a:lvl6pPr>
            <a:lvl7pPr>
              <a:defRPr sz="3150" b="0">
                <a:solidFill>
                  <a:srgbClr val="64756B"/>
                </a:solidFill>
                <a:latin typeface="Liberation Sans"/>
                <a:ea typeface="Liberation Sans"/>
                <a:cs typeface="Liberation Sans"/>
              </a:defRPr>
            </a:lvl7pPr>
            <a:lvl8pPr>
              <a:defRPr sz="3150" b="0">
                <a:solidFill>
                  <a:srgbClr val="64756B"/>
                </a:solidFill>
                <a:latin typeface="Liberation Sans"/>
                <a:ea typeface="Liberation Sans"/>
                <a:cs typeface="Liberation Sans"/>
              </a:defRPr>
            </a:lvl8pPr>
            <a:lvl9pPr>
              <a:defRPr sz="3150" b="0">
                <a:solidFill>
                  <a:srgbClr val="64756B"/>
                </a:solidFill>
                <a:latin typeface="Liberation Sans"/>
                <a:ea typeface="Liberation Sans"/>
                <a:cs typeface="Liberation Sans"/>
              </a:defRPr>
            </a:lvl9pPr>
          </a:lstStyle>
          <a:p xmlns:a="http://schemas.openxmlformats.org/drawingml/2006/main">
            <a:pPr>
              <a:defRPr sz="3150" b="0">
                <a:solidFill>
                  <a:srgbClr val="64756B"/>
                </a:solidFill>
                <a:latin typeface="Liberation Sans"/>
                <a:ea typeface="Liberation Sans"/>
                <a:cs typeface="Liberation Sans"/>
              </a:defRPr>
            </a:pPr>
            <a:r>
              <a:rPr sz="3150" b="0">
                <a:solidFill>
                  <a:srgbClr val="64756B"/>
                </a:solidFill>
                <a:latin typeface="Liberation Sans"/>
                <a:ea typeface="Liberation Sans"/>
                <a:cs typeface="Liberation Sans"/>
              </a:rPr>
              <a:t>04</a:t>
            </a:r>
          </a:p>
        </p:txBody>
      </p:sp>
      <p:sp>
        <p:nvSpPr>
          <p:cNvPr id="13" name="">
            <a:extLst xmlns:a="http://schemas.openxmlformats.org/drawingml/2006/main">
              <a:ext uri="{FF2B5EF4-FFF2-40B4-BE49-F238E27FC236}">
                <a16:creationId xmlns:a16="http://schemas.microsoft.com/office/drawing/2014/main" id="{2283EEDD-04F2-4A03-8EF4-C38597EB816C}"/>
              </a:ext>
            </a:extLst>
          </p:cNvPr>
          <p:cNvSpPr>
            <a:spLocks xmlns:a="http://schemas.openxmlformats.org/drawingml/2006/main" noGrp="1"/>
          </p:cNvSpPr>
          <p:nvPr/>
        </p:nvSpPr>
        <p:spPr>
          <a:xfrm xmlns:a="http://schemas.openxmlformats.org/drawingml/2006/main">
            <a:off x="1657350" y="487680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03F35"/>
                </a:solidFill>
                <a:latin typeface="Liberation Sans"/>
                <a:ea typeface="Liberation Sans"/>
                <a:cs typeface="Liberation Sans"/>
              </a:defRPr>
            </a:defPPr>
            <a:lvl1pPr>
              <a:defRPr sz="2550" b="1">
                <a:solidFill>
                  <a:srgbClr val="203F35"/>
                </a:solidFill>
                <a:latin typeface="Liberation Sans"/>
                <a:ea typeface="Liberation Sans"/>
                <a:cs typeface="Liberation Sans"/>
              </a:defRPr>
            </a:lvl1pPr>
            <a:lvl2pPr>
              <a:defRPr sz="2550" b="1">
                <a:solidFill>
                  <a:srgbClr val="203F35"/>
                </a:solidFill>
                <a:latin typeface="Liberation Sans"/>
                <a:ea typeface="Liberation Sans"/>
                <a:cs typeface="Liberation Sans"/>
              </a:defRPr>
            </a:lvl2pPr>
            <a:lvl3pPr>
              <a:defRPr sz="2550" b="1">
                <a:solidFill>
                  <a:srgbClr val="203F35"/>
                </a:solidFill>
                <a:latin typeface="Liberation Sans"/>
                <a:ea typeface="Liberation Sans"/>
                <a:cs typeface="Liberation Sans"/>
              </a:defRPr>
            </a:lvl3pPr>
            <a:lvl4pPr>
              <a:defRPr sz="2550" b="1">
                <a:solidFill>
                  <a:srgbClr val="203F35"/>
                </a:solidFill>
                <a:latin typeface="Liberation Sans"/>
                <a:ea typeface="Liberation Sans"/>
                <a:cs typeface="Liberation Sans"/>
              </a:defRPr>
            </a:lvl4pPr>
            <a:lvl5pPr>
              <a:defRPr sz="2550" b="1">
                <a:solidFill>
                  <a:srgbClr val="203F35"/>
                </a:solidFill>
                <a:latin typeface="Liberation Sans"/>
                <a:ea typeface="Liberation Sans"/>
                <a:cs typeface="Liberation Sans"/>
              </a:defRPr>
            </a:lvl5pPr>
            <a:lvl6pPr>
              <a:defRPr sz="2550" b="1">
                <a:solidFill>
                  <a:srgbClr val="203F35"/>
                </a:solidFill>
                <a:latin typeface="Liberation Sans"/>
                <a:ea typeface="Liberation Sans"/>
                <a:cs typeface="Liberation Sans"/>
              </a:defRPr>
            </a:lvl6pPr>
            <a:lvl7pPr>
              <a:defRPr sz="2550" b="1">
                <a:solidFill>
                  <a:srgbClr val="203F35"/>
                </a:solidFill>
                <a:latin typeface="Liberation Sans"/>
                <a:ea typeface="Liberation Sans"/>
                <a:cs typeface="Liberation Sans"/>
              </a:defRPr>
            </a:lvl7pPr>
            <a:lvl8pPr>
              <a:defRPr sz="2550" b="1">
                <a:solidFill>
                  <a:srgbClr val="203F35"/>
                </a:solidFill>
                <a:latin typeface="Liberation Sans"/>
                <a:ea typeface="Liberation Sans"/>
                <a:cs typeface="Liberation Sans"/>
              </a:defRPr>
            </a:lvl8pPr>
            <a:lvl9pPr>
              <a:defRPr sz="2550" b="1">
                <a:solidFill>
                  <a:srgbClr val="203F35"/>
                </a:solidFill>
                <a:latin typeface="Liberation Sans"/>
                <a:ea typeface="Liberation Sans"/>
                <a:cs typeface="Liberation Sans"/>
              </a:defRPr>
            </a:lvl9pPr>
          </a:lstStyle>
          <a:p xmlns:a="http://schemas.openxmlformats.org/drawingml/2006/main">
            <a:pPr>
              <a:defRPr sz="2550" b="1">
                <a:solidFill>
                  <a:srgbClr val="203F35"/>
                </a:solidFill>
                <a:latin typeface="Liberation Sans"/>
                <a:ea typeface="Liberation Sans"/>
                <a:cs typeface="Liberation Sans"/>
              </a:defRPr>
            </a:pPr>
            <a:r>
              <a:rPr sz="2550" b="1">
                <a:solidFill>
                  <a:srgbClr val="203F35"/>
                </a:solidFill>
                <a:latin typeface="Liberation Sans"/>
                <a:ea typeface="Liberation Sans"/>
                <a:cs typeface="Liberation Sans"/>
              </a:rPr>
              <a:t>Return</a:t>
            </a:r>
          </a:p>
        </p:txBody>
      </p:sp>
      <p:sp>
        <p:nvSpPr>
          <p:cNvPr id="14" name="">
            <a:extLst xmlns:a="http://schemas.openxmlformats.org/drawingml/2006/main">
              <a:ext uri="{FF2B5EF4-FFF2-40B4-BE49-F238E27FC236}">
                <a16:creationId xmlns:a16="http://schemas.microsoft.com/office/drawing/2014/main" id="{7613D568-301B-4041-85DA-FFC4B6260F38}"/>
              </a:ext>
            </a:extLst>
          </p:cNvPr>
          <p:cNvSpPr>
            <a:spLocks xmlns:a="http://schemas.openxmlformats.org/drawingml/2006/main" noGrp="1"/>
          </p:cNvSpPr>
          <p:nvPr/>
        </p:nvSpPr>
        <p:spPr>
          <a:xfrm xmlns:a="http://schemas.openxmlformats.org/drawingml/2006/main">
            <a:off x="4476750" y="4914900"/>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Search history, edit a message or load an older page.</a:t>
            </a:r>
          </a:p>
        </p:txBody>
      </p:sp>
    </p:spTree>
    <p:extLst>
      <p:ext uri="{BB962C8B-B14F-4D97-AF65-F5344CB8AC3E}">
        <p14:creationId xmlns:p14="http://schemas.microsoft.com/office/powerpoint/2010/main" val="1757469615"/>
      </p:ext>
    </p:extLst>
  </p:cSld>
</p:sld>
</file>

<file path=ppt/slides/slide5.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BFE772-B7DE-46EE-B761-896CF63C6F55}"/>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MERN in one local application</a:t>
            </a:r>
          </a:p>
        </p:txBody>
      </p:sp>
      <p:sp>
        <p:nvSpPr>
          <p:cNvPr id="2" name="">
            <a:extLst xmlns:a="http://schemas.openxmlformats.org/drawingml/2006/main">
              <a:ext uri="{FF2B5EF4-FFF2-40B4-BE49-F238E27FC236}">
                <a16:creationId xmlns:a16="http://schemas.microsoft.com/office/drawing/2014/main" id="{861AB46B-86A3-4002-A593-BD002657E76F}"/>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05    PINGROOM</a:t>
            </a:r>
          </a:p>
        </p:txBody>
      </p:sp>
      <p:sp>
        <p:nvSpPr>
          <p:cNvPr id="3" name="">
            <a:extLst xmlns:a="http://schemas.openxmlformats.org/drawingml/2006/main">
              <a:ext uri="{FF2B5EF4-FFF2-40B4-BE49-F238E27FC236}">
                <a16:creationId xmlns:a16="http://schemas.microsoft.com/office/drawing/2014/main" id="{CA2F0CA6-B576-4DF4-8EC9-CC929B7426D2}"/>
              </a:ext>
            </a:extLst>
          </p:cNvPr>
          <p:cNvSpPr>
            <a:spLocks xmlns:a="http://schemas.openxmlformats.org/drawingml/2006/main" noGrp="1"/>
          </p:cNvSpPr>
          <p:nvPr/>
        </p:nvSpPr>
        <p:spPr>
          <a:xfrm xmlns:a="http://schemas.openxmlformats.org/drawingml/2006/main">
            <a:off x="609600" y="1714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03F35"/>
                </a:solidFill>
                <a:latin typeface="Liberation Sans"/>
                <a:ea typeface="Liberation Sans"/>
                <a:cs typeface="Liberation Sans"/>
              </a:defRPr>
            </a:defPPr>
            <a:lvl1pPr>
              <a:defRPr sz="2700" b="1">
                <a:solidFill>
                  <a:srgbClr val="203F35"/>
                </a:solidFill>
                <a:latin typeface="Liberation Sans"/>
                <a:ea typeface="Liberation Sans"/>
                <a:cs typeface="Liberation Sans"/>
              </a:defRPr>
            </a:lvl1pPr>
            <a:lvl2pPr>
              <a:defRPr sz="2700" b="1">
                <a:solidFill>
                  <a:srgbClr val="203F35"/>
                </a:solidFill>
                <a:latin typeface="Liberation Sans"/>
                <a:ea typeface="Liberation Sans"/>
                <a:cs typeface="Liberation Sans"/>
              </a:defRPr>
            </a:lvl2pPr>
            <a:lvl3pPr>
              <a:defRPr sz="2700" b="1">
                <a:solidFill>
                  <a:srgbClr val="203F35"/>
                </a:solidFill>
                <a:latin typeface="Liberation Sans"/>
                <a:ea typeface="Liberation Sans"/>
                <a:cs typeface="Liberation Sans"/>
              </a:defRPr>
            </a:lvl3pPr>
            <a:lvl4pPr>
              <a:defRPr sz="2700" b="1">
                <a:solidFill>
                  <a:srgbClr val="203F35"/>
                </a:solidFill>
                <a:latin typeface="Liberation Sans"/>
                <a:ea typeface="Liberation Sans"/>
                <a:cs typeface="Liberation Sans"/>
              </a:defRPr>
            </a:lvl4pPr>
            <a:lvl5pPr>
              <a:defRPr sz="2700" b="1">
                <a:solidFill>
                  <a:srgbClr val="203F35"/>
                </a:solidFill>
                <a:latin typeface="Liberation Sans"/>
                <a:ea typeface="Liberation Sans"/>
                <a:cs typeface="Liberation Sans"/>
              </a:defRPr>
            </a:lvl5pPr>
            <a:lvl6pPr>
              <a:defRPr sz="2700" b="1">
                <a:solidFill>
                  <a:srgbClr val="203F35"/>
                </a:solidFill>
                <a:latin typeface="Liberation Sans"/>
                <a:ea typeface="Liberation Sans"/>
                <a:cs typeface="Liberation Sans"/>
              </a:defRPr>
            </a:lvl6pPr>
            <a:lvl7pPr>
              <a:defRPr sz="2700" b="1">
                <a:solidFill>
                  <a:srgbClr val="203F35"/>
                </a:solidFill>
                <a:latin typeface="Liberation Sans"/>
                <a:ea typeface="Liberation Sans"/>
                <a:cs typeface="Liberation Sans"/>
              </a:defRPr>
            </a:lvl7pPr>
            <a:lvl8pPr>
              <a:defRPr sz="2700" b="1">
                <a:solidFill>
                  <a:srgbClr val="203F35"/>
                </a:solidFill>
                <a:latin typeface="Liberation Sans"/>
                <a:ea typeface="Liberation Sans"/>
                <a:cs typeface="Liberation Sans"/>
              </a:defRPr>
            </a:lvl8pPr>
            <a:lvl9pPr>
              <a:defRPr sz="2700" b="1">
                <a:solidFill>
                  <a:srgbClr val="203F35"/>
                </a:solidFill>
                <a:latin typeface="Liberation Sans"/>
                <a:ea typeface="Liberation Sans"/>
                <a:cs typeface="Liberation Sans"/>
              </a:defRPr>
            </a:lvl9pPr>
          </a:lstStyle>
          <a:p xmlns:a="http://schemas.openxmlformats.org/drawingml/2006/main">
            <a:pPr>
              <a:defRPr sz="2700" b="1">
                <a:solidFill>
                  <a:srgbClr val="203F35"/>
                </a:solidFill>
                <a:latin typeface="Liberation Sans"/>
                <a:ea typeface="Liberation Sans"/>
                <a:cs typeface="Liberation Sans"/>
              </a:defRPr>
            </a:pPr>
            <a:r>
              <a:rPr sz="2700" b="1">
                <a:solidFill>
                  <a:srgbClr val="203F35"/>
                </a:solidFill>
                <a:latin typeface="Liberation Sans"/>
                <a:ea typeface="Liberation Sans"/>
                <a:cs typeface="Liberation Sans"/>
              </a:rPr>
              <a:t>React</a:t>
            </a:r>
          </a:p>
        </p:txBody>
      </p:sp>
      <p:sp>
        <p:nvSpPr>
          <p:cNvPr id="4" name="">
            <a:extLst xmlns:a="http://schemas.openxmlformats.org/drawingml/2006/main">
              <a:ext uri="{FF2B5EF4-FFF2-40B4-BE49-F238E27FC236}">
                <a16:creationId xmlns:a16="http://schemas.microsoft.com/office/drawing/2014/main" id="{EE305D0F-21D9-4C4E-B2DC-3EFC21C42288}"/>
              </a:ext>
            </a:extLst>
          </p:cNvPr>
          <p:cNvSpPr>
            <a:spLocks xmlns:a="http://schemas.openxmlformats.org/drawingml/2006/main" noGrp="1"/>
          </p:cNvSpPr>
          <p:nvPr/>
        </p:nvSpPr>
        <p:spPr>
          <a:xfrm xmlns:a="http://schemas.openxmlformats.org/drawingml/2006/main">
            <a:off x="4238625" y="1733550"/>
            <a:ext cx="714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Conversation UI, request state and live event listeners</a:t>
            </a:r>
          </a:p>
        </p:txBody>
      </p:sp>
      <p:sp>
        <p:nvSpPr>
          <p:cNvPr id="5" name="">
            <a:extLst xmlns:a="http://schemas.openxmlformats.org/drawingml/2006/main">
              <a:ext uri="{FF2B5EF4-FFF2-40B4-BE49-F238E27FC236}">
                <a16:creationId xmlns:a16="http://schemas.microsoft.com/office/drawing/2014/main" id="{1D6082DE-EF47-47D3-89FE-0C4911B3E478}"/>
              </a:ext>
            </a:extLst>
          </p:cNvPr>
          <p:cNvSpPr>
            <a:spLocks xmlns:a="http://schemas.openxmlformats.org/drawingml/2006/main" noGrp="1"/>
          </p:cNvSpPr>
          <p:nvPr/>
        </p:nvSpPr>
        <p:spPr>
          <a:xfrm xmlns:a="http://schemas.openxmlformats.org/drawingml/2006/main">
            <a:off x="609600" y="27717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03F35"/>
                </a:solidFill>
                <a:latin typeface="Liberation Sans"/>
                <a:ea typeface="Liberation Sans"/>
                <a:cs typeface="Liberation Sans"/>
              </a:defRPr>
            </a:defPPr>
            <a:lvl1pPr>
              <a:defRPr sz="2700" b="1">
                <a:solidFill>
                  <a:srgbClr val="203F35"/>
                </a:solidFill>
                <a:latin typeface="Liberation Sans"/>
                <a:ea typeface="Liberation Sans"/>
                <a:cs typeface="Liberation Sans"/>
              </a:defRPr>
            </a:lvl1pPr>
            <a:lvl2pPr>
              <a:defRPr sz="2700" b="1">
                <a:solidFill>
                  <a:srgbClr val="203F35"/>
                </a:solidFill>
                <a:latin typeface="Liberation Sans"/>
                <a:ea typeface="Liberation Sans"/>
                <a:cs typeface="Liberation Sans"/>
              </a:defRPr>
            </a:lvl2pPr>
            <a:lvl3pPr>
              <a:defRPr sz="2700" b="1">
                <a:solidFill>
                  <a:srgbClr val="203F35"/>
                </a:solidFill>
                <a:latin typeface="Liberation Sans"/>
                <a:ea typeface="Liberation Sans"/>
                <a:cs typeface="Liberation Sans"/>
              </a:defRPr>
            </a:lvl3pPr>
            <a:lvl4pPr>
              <a:defRPr sz="2700" b="1">
                <a:solidFill>
                  <a:srgbClr val="203F35"/>
                </a:solidFill>
                <a:latin typeface="Liberation Sans"/>
                <a:ea typeface="Liberation Sans"/>
                <a:cs typeface="Liberation Sans"/>
              </a:defRPr>
            </a:lvl4pPr>
            <a:lvl5pPr>
              <a:defRPr sz="2700" b="1">
                <a:solidFill>
                  <a:srgbClr val="203F35"/>
                </a:solidFill>
                <a:latin typeface="Liberation Sans"/>
                <a:ea typeface="Liberation Sans"/>
                <a:cs typeface="Liberation Sans"/>
              </a:defRPr>
            </a:lvl5pPr>
            <a:lvl6pPr>
              <a:defRPr sz="2700" b="1">
                <a:solidFill>
                  <a:srgbClr val="203F35"/>
                </a:solidFill>
                <a:latin typeface="Liberation Sans"/>
                <a:ea typeface="Liberation Sans"/>
                <a:cs typeface="Liberation Sans"/>
              </a:defRPr>
            </a:lvl6pPr>
            <a:lvl7pPr>
              <a:defRPr sz="2700" b="1">
                <a:solidFill>
                  <a:srgbClr val="203F35"/>
                </a:solidFill>
                <a:latin typeface="Liberation Sans"/>
                <a:ea typeface="Liberation Sans"/>
                <a:cs typeface="Liberation Sans"/>
              </a:defRPr>
            </a:lvl7pPr>
            <a:lvl8pPr>
              <a:defRPr sz="2700" b="1">
                <a:solidFill>
                  <a:srgbClr val="203F35"/>
                </a:solidFill>
                <a:latin typeface="Liberation Sans"/>
                <a:ea typeface="Liberation Sans"/>
                <a:cs typeface="Liberation Sans"/>
              </a:defRPr>
            </a:lvl8pPr>
            <a:lvl9pPr>
              <a:defRPr sz="2700" b="1">
                <a:solidFill>
                  <a:srgbClr val="203F35"/>
                </a:solidFill>
                <a:latin typeface="Liberation Sans"/>
                <a:ea typeface="Liberation Sans"/>
                <a:cs typeface="Liberation Sans"/>
              </a:defRPr>
            </a:lvl9pPr>
          </a:lstStyle>
          <a:p xmlns:a="http://schemas.openxmlformats.org/drawingml/2006/main">
            <a:pPr>
              <a:defRPr sz="2700" b="1">
                <a:solidFill>
                  <a:srgbClr val="203F35"/>
                </a:solidFill>
                <a:latin typeface="Liberation Sans"/>
                <a:ea typeface="Liberation Sans"/>
                <a:cs typeface="Liberation Sans"/>
              </a:defRPr>
            </a:pPr>
            <a:r>
              <a:rPr sz="2700" b="1">
                <a:solidFill>
                  <a:srgbClr val="203F35"/>
                </a:solidFill>
                <a:latin typeface="Liberation Sans"/>
                <a:ea typeface="Liberation Sans"/>
                <a:cs typeface="Liberation Sans"/>
              </a:rPr>
              <a:t>Express + Node</a:t>
            </a:r>
          </a:p>
        </p:txBody>
      </p:sp>
      <p:sp>
        <p:nvSpPr>
          <p:cNvPr id="6" name="">
            <a:extLst xmlns:a="http://schemas.openxmlformats.org/drawingml/2006/main">
              <a:ext uri="{FF2B5EF4-FFF2-40B4-BE49-F238E27FC236}">
                <a16:creationId xmlns:a16="http://schemas.microsoft.com/office/drawing/2014/main" id="{59725C9E-BC12-41B8-BE1C-0A2A00168933}"/>
              </a:ext>
            </a:extLst>
          </p:cNvPr>
          <p:cNvSpPr>
            <a:spLocks xmlns:a="http://schemas.openxmlformats.org/drawingml/2006/main" noGrp="1"/>
          </p:cNvSpPr>
          <p:nvPr/>
        </p:nvSpPr>
        <p:spPr>
          <a:xfrm xmlns:a="http://schemas.openxmlformats.org/drawingml/2006/main">
            <a:off x="4238625" y="2790825"/>
            <a:ext cx="714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JWT validation, authorization and transactional API writes</a:t>
            </a:r>
          </a:p>
        </p:txBody>
      </p:sp>
      <p:sp>
        <p:nvSpPr>
          <p:cNvPr id="7" name="">
            <a:extLst xmlns:a="http://schemas.openxmlformats.org/drawingml/2006/main">
              <a:ext uri="{FF2B5EF4-FFF2-40B4-BE49-F238E27FC236}">
                <a16:creationId xmlns:a16="http://schemas.microsoft.com/office/drawing/2014/main" id="{22E891BF-4269-4C5E-9231-691E1FC20724}"/>
              </a:ext>
            </a:extLst>
          </p:cNvPr>
          <p:cNvSpPr>
            <a:spLocks xmlns:a="http://schemas.openxmlformats.org/drawingml/2006/main" noGrp="1"/>
          </p:cNvSpPr>
          <p:nvPr/>
        </p:nvSpPr>
        <p:spPr>
          <a:xfrm xmlns:a="http://schemas.openxmlformats.org/drawingml/2006/main">
            <a:off x="609600" y="38290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03F35"/>
                </a:solidFill>
                <a:latin typeface="Liberation Sans"/>
                <a:ea typeface="Liberation Sans"/>
                <a:cs typeface="Liberation Sans"/>
              </a:defRPr>
            </a:defPPr>
            <a:lvl1pPr>
              <a:defRPr sz="2700" b="1">
                <a:solidFill>
                  <a:srgbClr val="203F35"/>
                </a:solidFill>
                <a:latin typeface="Liberation Sans"/>
                <a:ea typeface="Liberation Sans"/>
                <a:cs typeface="Liberation Sans"/>
              </a:defRPr>
            </a:lvl1pPr>
            <a:lvl2pPr>
              <a:defRPr sz="2700" b="1">
                <a:solidFill>
                  <a:srgbClr val="203F35"/>
                </a:solidFill>
                <a:latin typeface="Liberation Sans"/>
                <a:ea typeface="Liberation Sans"/>
                <a:cs typeface="Liberation Sans"/>
              </a:defRPr>
            </a:lvl2pPr>
            <a:lvl3pPr>
              <a:defRPr sz="2700" b="1">
                <a:solidFill>
                  <a:srgbClr val="203F35"/>
                </a:solidFill>
                <a:latin typeface="Liberation Sans"/>
                <a:ea typeface="Liberation Sans"/>
                <a:cs typeface="Liberation Sans"/>
              </a:defRPr>
            </a:lvl3pPr>
            <a:lvl4pPr>
              <a:defRPr sz="2700" b="1">
                <a:solidFill>
                  <a:srgbClr val="203F35"/>
                </a:solidFill>
                <a:latin typeface="Liberation Sans"/>
                <a:ea typeface="Liberation Sans"/>
                <a:cs typeface="Liberation Sans"/>
              </a:defRPr>
            </a:lvl4pPr>
            <a:lvl5pPr>
              <a:defRPr sz="2700" b="1">
                <a:solidFill>
                  <a:srgbClr val="203F35"/>
                </a:solidFill>
                <a:latin typeface="Liberation Sans"/>
                <a:ea typeface="Liberation Sans"/>
                <a:cs typeface="Liberation Sans"/>
              </a:defRPr>
            </a:lvl5pPr>
            <a:lvl6pPr>
              <a:defRPr sz="2700" b="1">
                <a:solidFill>
                  <a:srgbClr val="203F35"/>
                </a:solidFill>
                <a:latin typeface="Liberation Sans"/>
                <a:ea typeface="Liberation Sans"/>
                <a:cs typeface="Liberation Sans"/>
              </a:defRPr>
            </a:lvl6pPr>
            <a:lvl7pPr>
              <a:defRPr sz="2700" b="1">
                <a:solidFill>
                  <a:srgbClr val="203F35"/>
                </a:solidFill>
                <a:latin typeface="Liberation Sans"/>
                <a:ea typeface="Liberation Sans"/>
                <a:cs typeface="Liberation Sans"/>
              </a:defRPr>
            </a:lvl7pPr>
            <a:lvl8pPr>
              <a:defRPr sz="2700" b="1">
                <a:solidFill>
                  <a:srgbClr val="203F35"/>
                </a:solidFill>
                <a:latin typeface="Liberation Sans"/>
                <a:ea typeface="Liberation Sans"/>
                <a:cs typeface="Liberation Sans"/>
              </a:defRPr>
            </a:lvl8pPr>
            <a:lvl9pPr>
              <a:defRPr sz="2700" b="1">
                <a:solidFill>
                  <a:srgbClr val="203F35"/>
                </a:solidFill>
                <a:latin typeface="Liberation Sans"/>
                <a:ea typeface="Liberation Sans"/>
                <a:cs typeface="Liberation Sans"/>
              </a:defRPr>
            </a:lvl9pPr>
          </a:lstStyle>
          <a:p xmlns:a="http://schemas.openxmlformats.org/drawingml/2006/main">
            <a:pPr>
              <a:defRPr sz="2700" b="1">
                <a:solidFill>
                  <a:srgbClr val="203F35"/>
                </a:solidFill>
                <a:latin typeface="Liberation Sans"/>
                <a:ea typeface="Liberation Sans"/>
                <a:cs typeface="Liberation Sans"/>
              </a:defRPr>
            </a:pPr>
            <a:r>
              <a:rPr sz="2700" b="1">
                <a:solidFill>
                  <a:srgbClr val="203F35"/>
                </a:solidFill>
                <a:latin typeface="Liberation Sans"/>
                <a:ea typeface="Liberation Sans"/>
                <a:cs typeface="Liberation Sans"/>
              </a:rPr>
              <a:t>Socket.IO</a:t>
            </a:r>
          </a:p>
        </p:txBody>
      </p:sp>
      <p:sp>
        <p:nvSpPr>
          <p:cNvPr id="8" name="">
            <a:extLst xmlns:a="http://schemas.openxmlformats.org/drawingml/2006/main">
              <a:ext uri="{FF2B5EF4-FFF2-40B4-BE49-F238E27FC236}">
                <a16:creationId xmlns:a16="http://schemas.microsoft.com/office/drawing/2014/main" id="{5767DEB4-E538-4CBD-BB37-FDA3595D2C97}"/>
              </a:ext>
            </a:extLst>
          </p:cNvPr>
          <p:cNvSpPr>
            <a:spLocks xmlns:a="http://schemas.openxmlformats.org/drawingml/2006/main" noGrp="1"/>
          </p:cNvSpPr>
          <p:nvPr/>
        </p:nvSpPr>
        <p:spPr>
          <a:xfrm xmlns:a="http://schemas.openxmlformats.org/drawingml/2006/main">
            <a:off x="4238625" y="3848100"/>
            <a:ext cx="714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Committed message events, typing and connection presence</a:t>
            </a:r>
          </a:p>
        </p:txBody>
      </p:sp>
      <p:sp>
        <p:nvSpPr>
          <p:cNvPr id="9" name="">
            <a:extLst xmlns:a="http://schemas.openxmlformats.org/drawingml/2006/main">
              <a:ext uri="{FF2B5EF4-FFF2-40B4-BE49-F238E27FC236}">
                <a16:creationId xmlns:a16="http://schemas.microsoft.com/office/drawing/2014/main" id="{AB815EA2-FC38-4541-B888-7058BC760150}"/>
              </a:ext>
            </a:extLst>
          </p:cNvPr>
          <p:cNvSpPr>
            <a:spLocks xmlns:a="http://schemas.openxmlformats.org/drawingml/2006/main" noGrp="1"/>
          </p:cNvSpPr>
          <p:nvPr/>
        </p:nvSpPr>
        <p:spPr>
          <a:xfrm xmlns:a="http://schemas.openxmlformats.org/drawingml/2006/main">
            <a:off x="609600" y="48863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03F35"/>
                </a:solidFill>
                <a:latin typeface="Liberation Sans"/>
                <a:ea typeface="Liberation Sans"/>
                <a:cs typeface="Liberation Sans"/>
              </a:defRPr>
            </a:defPPr>
            <a:lvl1pPr>
              <a:defRPr sz="2700" b="1">
                <a:solidFill>
                  <a:srgbClr val="203F35"/>
                </a:solidFill>
                <a:latin typeface="Liberation Sans"/>
                <a:ea typeface="Liberation Sans"/>
                <a:cs typeface="Liberation Sans"/>
              </a:defRPr>
            </a:lvl1pPr>
            <a:lvl2pPr>
              <a:defRPr sz="2700" b="1">
                <a:solidFill>
                  <a:srgbClr val="203F35"/>
                </a:solidFill>
                <a:latin typeface="Liberation Sans"/>
                <a:ea typeface="Liberation Sans"/>
                <a:cs typeface="Liberation Sans"/>
              </a:defRPr>
            </a:lvl2pPr>
            <a:lvl3pPr>
              <a:defRPr sz="2700" b="1">
                <a:solidFill>
                  <a:srgbClr val="203F35"/>
                </a:solidFill>
                <a:latin typeface="Liberation Sans"/>
                <a:ea typeface="Liberation Sans"/>
                <a:cs typeface="Liberation Sans"/>
              </a:defRPr>
            </a:lvl3pPr>
            <a:lvl4pPr>
              <a:defRPr sz="2700" b="1">
                <a:solidFill>
                  <a:srgbClr val="203F35"/>
                </a:solidFill>
                <a:latin typeface="Liberation Sans"/>
                <a:ea typeface="Liberation Sans"/>
                <a:cs typeface="Liberation Sans"/>
              </a:defRPr>
            </a:lvl4pPr>
            <a:lvl5pPr>
              <a:defRPr sz="2700" b="1">
                <a:solidFill>
                  <a:srgbClr val="203F35"/>
                </a:solidFill>
                <a:latin typeface="Liberation Sans"/>
                <a:ea typeface="Liberation Sans"/>
                <a:cs typeface="Liberation Sans"/>
              </a:defRPr>
            </a:lvl5pPr>
            <a:lvl6pPr>
              <a:defRPr sz="2700" b="1">
                <a:solidFill>
                  <a:srgbClr val="203F35"/>
                </a:solidFill>
                <a:latin typeface="Liberation Sans"/>
                <a:ea typeface="Liberation Sans"/>
                <a:cs typeface="Liberation Sans"/>
              </a:defRPr>
            </a:lvl6pPr>
            <a:lvl7pPr>
              <a:defRPr sz="2700" b="1">
                <a:solidFill>
                  <a:srgbClr val="203F35"/>
                </a:solidFill>
                <a:latin typeface="Liberation Sans"/>
                <a:ea typeface="Liberation Sans"/>
                <a:cs typeface="Liberation Sans"/>
              </a:defRPr>
            </a:lvl7pPr>
            <a:lvl8pPr>
              <a:defRPr sz="2700" b="1">
                <a:solidFill>
                  <a:srgbClr val="203F35"/>
                </a:solidFill>
                <a:latin typeface="Liberation Sans"/>
                <a:ea typeface="Liberation Sans"/>
                <a:cs typeface="Liberation Sans"/>
              </a:defRPr>
            </a:lvl8pPr>
            <a:lvl9pPr>
              <a:defRPr sz="2700" b="1">
                <a:solidFill>
                  <a:srgbClr val="203F35"/>
                </a:solidFill>
                <a:latin typeface="Liberation Sans"/>
                <a:ea typeface="Liberation Sans"/>
                <a:cs typeface="Liberation Sans"/>
              </a:defRPr>
            </a:lvl9pPr>
          </a:lstStyle>
          <a:p xmlns:a="http://schemas.openxmlformats.org/drawingml/2006/main">
            <a:pPr>
              <a:defRPr sz="2700" b="1">
                <a:solidFill>
                  <a:srgbClr val="203F35"/>
                </a:solidFill>
                <a:latin typeface="Liberation Sans"/>
                <a:ea typeface="Liberation Sans"/>
                <a:cs typeface="Liberation Sans"/>
              </a:defRPr>
            </a:pPr>
            <a:r>
              <a:rPr sz="2700" b="1">
                <a:solidFill>
                  <a:srgbClr val="203F35"/>
                </a:solidFill>
                <a:latin typeface="Liberation Sans"/>
                <a:ea typeface="Liberation Sans"/>
                <a:cs typeface="Liberation Sans"/>
              </a:rPr>
              <a:t>MongoDB</a:t>
            </a:r>
          </a:p>
        </p:txBody>
      </p:sp>
      <p:sp>
        <p:nvSpPr>
          <p:cNvPr id="10" name="">
            <a:extLst xmlns:a="http://schemas.openxmlformats.org/drawingml/2006/main">
              <a:ext uri="{FF2B5EF4-FFF2-40B4-BE49-F238E27FC236}">
                <a16:creationId xmlns:a16="http://schemas.microsoft.com/office/drawing/2014/main" id="{ED83C2A2-2232-42BE-9D6B-7F60D47FBE81}"/>
              </a:ext>
            </a:extLst>
          </p:cNvPr>
          <p:cNvSpPr>
            <a:spLocks xmlns:a="http://schemas.openxmlformats.org/drawingml/2006/main" noGrp="1"/>
          </p:cNvSpPr>
          <p:nvPr/>
        </p:nvSpPr>
        <p:spPr>
          <a:xfrm xmlns:a="http://schemas.openxmlformats.org/drawingml/2006/main">
            <a:off x="4238625" y="4905375"/>
            <a:ext cx="714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Users, conversations, message history and query indexes</a:t>
            </a:r>
          </a:p>
        </p:txBody>
      </p:sp>
    </p:spTree>
    <p:extLst>
      <p:ext uri="{BB962C8B-B14F-4D97-AF65-F5344CB8AC3E}">
        <p14:creationId xmlns:p14="http://schemas.microsoft.com/office/powerpoint/2010/main" val="280889601"/>
      </p:ext>
    </p:extLst>
  </p:cSld>
</p:sld>
</file>

<file path=ppt/slides/slide6.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AFA6EF-60D1-4484-8EF0-D3FD84555CF9}"/>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Three collections with clear boundaries</a:t>
            </a:r>
          </a:p>
        </p:txBody>
      </p:sp>
      <p:sp>
        <p:nvSpPr>
          <p:cNvPr id="2" name="">
            <a:extLst xmlns:a="http://schemas.openxmlformats.org/drawingml/2006/main">
              <a:ext uri="{FF2B5EF4-FFF2-40B4-BE49-F238E27FC236}">
                <a16:creationId xmlns:a16="http://schemas.microsoft.com/office/drawing/2014/main" id="{3918112B-5846-463F-91C9-03060AEDDBDE}"/>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06    PINGROOM</a:t>
            </a:r>
          </a:p>
        </p:txBody>
      </p:sp>
      <p:sp>
        <p:nvSpPr>
          <p:cNvPr id="3" name="">
            <a:extLst xmlns:a="http://schemas.openxmlformats.org/drawingml/2006/main">
              <a:ext uri="{FF2B5EF4-FFF2-40B4-BE49-F238E27FC236}">
                <a16:creationId xmlns:a16="http://schemas.microsoft.com/office/drawing/2014/main" id="{10064C1F-7134-4303-BAC8-AEA66D9EF047}"/>
              </a:ext>
            </a:extLst>
          </p:cNvPr>
          <p:cNvSpPr>
            <a:spLocks xmlns:a="http://schemas.openxmlformats.org/drawingml/2006/main" noGrp="1"/>
          </p:cNvSpPr>
          <p:nvPr/>
        </p:nvSpPr>
        <p:spPr>
          <a:xfrm xmlns:a="http://schemas.openxmlformats.org/drawingml/2006/main">
            <a:off x="609600" y="1714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03F35"/>
                </a:solidFill>
                <a:latin typeface="Liberation Sans"/>
                <a:ea typeface="Liberation Sans"/>
                <a:cs typeface="Liberation Sans"/>
              </a:defRPr>
            </a:defPPr>
            <a:lvl1pPr>
              <a:defRPr sz="2850" b="1">
                <a:solidFill>
                  <a:srgbClr val="203F35"/>
                </a:solidFill>
                <a:latin typeface="Liberation Sans"/>
                <a:ea typeface="Liberation Sans"/>
                <a:cs typeface="Liberation Sans"/>
              </a:defRPr>
            </a:lvl1pPr>
            <a:lvl2pPr>
              <a:defRPr sz="2850" b="1">
                <a:solidFill>
                  <a:srgbClr val="203F35"/>
                </a:solidFill>
                <a:latin typeface="Liberation Sans"/>
                <a:ea typeface="Liberation Sans"/>
                <a:cs typeface="Liberation Sans"/>
              </a:defRPr>
            </a:lvl2pPr>
            <a:lvl3pPr>
              <a:defRPr sz="2850" b="1">
                <a:solidFill>
                  <a:srgbClr val="203F35"/>
                </a:solidFill>
                <a:latin typeface="Liberation Sans"/>
                <a:ea typeface="Liberation Sans"/>
                <a:cs typeface="Liberation Sans"/>
              </a:defRPr>
            </a:lvl3pPr>
            <a:lvl4pPr>
              <a:defRPr sz="2850" b="1">
                <a:solidFill>
                  <a:srgbClr val="203F35"/>
                </a:solidFill>
                <a:latin typeface="Liberation Sans"/>
                <a:ea typeface="Liberation Sans"/>
                <a:cs typeface="Liberation Sans"/>
              </a:defRPr>
            </a:lvl4pPr>
            <a:lvl5pPr>
              <a:defRPr sz="2850" b="1">
                <a:solidFill>
                  <a:srgbClr val="203F35"/>
                </a:solidFill>
                <a:latin typeface="Liberation Sans"/>
                <a:ea typeface="Liberation Sans"/>
                <a:cs typeface="Liberation Sans"/>
              </a:defRPr>
            </a:lvl5pPr>
            <a:lvl6pPr>
              <a:defRPr sz="2850" b="1">
                <a:solidFill>
                  <a:srgbClr val="203F35"/>
                </a:solidFill>
                <a:latin typeface="Liberation Sans"/>
                <a:ea typeface="Liberation Sans"/>
                <a:cs typeface="Liberation Sans"/>
              </a:defRPr>
            </a:lvl6pPr>
            <a:lvl7pPr>
              <a:defRPr sz="2850" b="1">
                <a:solidFill>
                  <a:srgbClr val="203F35"/>
                </a:solidFill>
                <a:latin typeface="Liberation Sans"/>
                <a:ea typeface="Liberation Sans"/>
                <a:cs typeface="Liberation Sans"/>
              </a:defRPr>
            </a:lvl7pPr>
            <a:lvl8pPr>
              <a:defRPr sz="2850" b="1">
                <a:solidFill>
                  <a:srgbClr val="203F35"/>
                </a:solidFill>
                <a:latin typeface="Liberation Sans"/>
                <a:ea typeface="Liberation Sans"/>
                <a:cs typeface="Liberation Sans"/>
              </a:defRPr>
            </a:lvl8pPr>
            <a:lvl9pPr>
              <a:defRPr sz="2850" b="1">
                <a:solidFill>
                  <a:srgbClr val="203F35"/>
                </a:solidFill>
                <a:latin typeface="Liberation Sans"/>
                <a:ea typeface="Liberation Sans"/>
                <a:cs typeface="Liberation Sans"/>
              </a:defRPr>
            </a:lvl9pPr>
          </a:lstStyle>
          <a:p xmlns:a="http://schemas.openxmlformats.org/drawingml/2006/main">
            <a:pPr>
              <a:defRPr sz="2850" b="1">
                <a:solidFill>
                  <a:srgbClr val="203F35"/>
                </a:solidFill>
                <a:latin typeface="Liberation Sans"/>
                <a:ea typeface="Liberation Sans"/>
                <a:cs typeface="Liberation Sans"/>
              </a:defRPr>
            </a:pPr>
            <a:r>
              <a:rPr sz="2850" b="1">
                <a:solidFill>
                  <a:srgbClr val="203F35"/>
                </a:solidFill>
                <a:latin typeface="Liberation Sans"/>
                <a:ea typeface="Liberation Sans"/>
                <a:cs typeface="Liberation Sans"/>
              </a:rPr>
              <a:t>Users</a:t>
            </a:r>
          </a:p>
        </p:txBody>
      </p:sp>
      <p:sp>
        <p:nvSpPr>
          <p:cNvPr id="4" name="">
            <a:extLst xmlns:a="http://schemas.openxmlformats.org/drawingml/2006/main">
              <a:ext uri="{FF2B5EF4-FFF2-40B4-BE49-F238E27FC236}">
                <a16:creationId xmlns:a16="http://schemas.microsoft.com/office/drawing/2014/main" id="{C43861DB-0B2D-4752-AAA5-262847345378}"/>
              </a:ext>
            </a:extLst>
          </p:cNvPr>
          <p:cNvSpPr>
            <a:spLocks xmlns:a="http://schemas.openxmlformats.org/drawingml/2006/main" noGrp="1"/>
          </p:cNvSpPr>
          <p:nvPr/>
        </p:nvSpPr>
        <p:spPr>
          <a:xfrm xmlns:a="http://schemas.openxmlformats.org/drawingml/2006/main">
            <a:off x="609600" y="2476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56B"/>
                </a:solidFill>
                <a:latin typeface="Liberation Sans"/>
                <a:ea typeface="Liberation Sans"/>
                <a:cs typeface="Liberation Sans"/>
              </a:defRPr>
            </a:defPPr>
            <a:lvl1pPr>
              <a:defRPr sz="1950" b="0">
                <a:solidFill>
                  <a:srgbClr val="64756B"/>
                </a:solidFill>
                <a:latin typeface="Liberation Sans"/>
                <a:ea typeface="Liberation Sans"/>
                <a:cs typeface="Liberation Sans"/>
              </a:defRPr>
            </a:lvl1pPr>
            <a:lvl2pPr>
              <a:defRPr sz="1950" b="0">
                <a:solidFill>
                  <a:srgbClr val="64756B"/>
                </a:solidFill>
                <a:latin typeface="Liberation Sans"/>
                <a:ea typeface="Liberation Sans"/>
                <a:cs typeface="Liberation Sans"/>
              </a:defRPr>
            </a:lvl2pPr>
            <a:lvl3pPr>
              <a:defRPr sz="1950" b="0">
                <a:solidFill>
                  <a:srgbClr val="64756B"/>
                </a:solidFill>
                <a:latin typeface="Liberation Sans"/>
                <a:ea typeface="Liberation Sans"/>
                <a:cs typeface="Liberation Sans"/>
              </a:defRPr>
            </a:lvl3pPr>
            <a:lvl4pPr>
              <a:defRPr sz="1950" b="0">
                <a:solidFill>
                  <a:srgbClr val="64756B"/>
                </a:solidFill>
                <a:latin typeface="Liberation Sans"/>
                <a:ea typeface="Liberation Sans"/>
                <a:cs typeface="Liberation Sans"/>
              </a:defRPr>
            </a:lvl4pPr>
            <a:lvl5pPr>
              <a:defRPr sz="1950" b="0">
                <a:solidFill>
                  <a:srgbClr val="64756B"/>
                </a:solidFill>
                <a:latin typeface="Liberation Sans"/>
                <a:ea typeface="Liberation Sans"/>
                <a:cs typeface="Liberation Sans"/>
              </a:defRPr>
            </a:lvl5pPr>
            <a:lvl6pPr>
              <a:defRPr sz="1950" b="0">
                <a:solidFill>
                  <a:srgbClr val="64756B"/>
                </a:solidFill>
                <a:latin typeface="Liberation Sans"/>
                <a:ea typeface="Liberation Sans"/>
                <a:cs typeface="Liberation Sans"/>
              </a:defRPr>
            </a:lvl6pPr>
            <a:lvl7pPr>
              <a:defRPr sz="1950" b="0">
                <a:solidFill>
                  <a:srgbClr val="64756B"/>
                </a:solidFill>
                <a:latin typeface="Liberation Sans"/>
                <a:ea typeface="Liberation Sans"/>
                <a:cs typeface="Liberation Sans"/>
              </a:defRPr>
            </a:lvl7pPr>
            <a:lvl8pPr>
              <a:defRPr sz="1950" b="0">
                <a:solidFill>
                  <a:srgbClr val="64756B"/>
                </a:solidFill>
                <a:latin typeface="Liberation Sans"/>
                <a:ea typeface="Liberation Sans"/>
                <a:cs typeface="Liberation Sans"/>
              </a:defRPr>
            </a:lvl8pPr>
            <a:lvl9pPr>
              <a:defRPr sz="1950" b="0">
                <a:solidFill>
                  <a:srgbClr val="64756B"/>
                </a:solidFill>
                <a:latin typeface="Liberation Sans"/>
                <a:ea typeface="Liberation Sans"/>
                <a:cs typeface="Liberation Sans"/>
              </a:defRPr>
            </a:lvl9pPr>
          </a:lstStyle>
          <a:p xmlns:a="http://schemas.openxmlformats.org/drawingml/2006/main">
            <a:pPr>
              <a:defRPr sz="1950" b="0">
                <a:solidFill>
                  <a:srgbClr val="64756B"/>
                </a:solidFill>
                <a:latin typeface="Liberation Sans"/>
                <a:ea typeface="Liberation Sans"/>
                <a:cs typeface="Liberation Sans"/>
              </a:defRPr>
            </a:pPr>
            <a:r>
              <a:rPr sz="1950" b="0">
                <a:solidFill>
                  <a:srgbClr val="64756B"/>
                </a:solidFill>
                <a:latin typeface="Liberation Sans"/>
                <a:ea typeface="Liberation Sans"/>
                <a:cs typeface="Liberation Sans"/>
              </a:rPr>
              <a:t>Shared identity</a:t>
            </a:r>
          </a:p>
        </p:txBody>
      </p:sp>
      <p:sp>
        <p:nvSpPr>
          <p:cNvPr id="5" name="">
            <a:extLst xmlns:a="http://schemas.openxmlformats.org/drawingml/2006/main">
              <a:ext uri="{FF2B5EF4-FFF2-40B4-BE49-F238E27FC236}">
                <a16:creationId xmlns:a16="http://schemas.microsoft.com/office/drawing/2014/main" id="{606643D2-78AD-4159-90D7-AB5F3CE220B4}"/>
              </a:ext>
            </a:extLst>
          </p:cNvPr>
          <p:cNvSpPr>
            <a:spLocks xmlns:a="http://schemas.openxmlformats.org/drawingml/2006/main" noGrp="1"/>
          </p:cNvSpPr>
          <p:nvPr/>
        </p:nvSpPr>
        <p:spPr>
          <a:xfrm xmlns:a="http://schemas.openxmlformats.org/drawingml/2006/main">
            <a:off x="609600" y="3333750"/>
            <a:ext cx="3476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F35"/>
                </a:solidFill>
                <a:latin typeface="Liberation Sans"/>
                <a:ea typeface="Liberation Sans"/>
                <a:cs typeface="Liberation Sans"/>
              </a:defRPr>
            </a:defPPr>
            <a:lvl1pPr>
              <a:defRPr sz="2100" b="0">
                <a:solidFill>
                  <a:srgbClr val="203F35"/>
                </a:solidFill>
                <a:latin typeface="Liberation Sans"/>
                <a:ea typeface="Liberation Sans"/>
                <a:cs typeface="Liberation Sans"/>
              </a:defRPr>
            </a:lvl1pPr>
            <a:lvl2pPr>
              <a:defRPr sz="2100" b="0">
                <a:solidFill>
                  <a:srgbClr val="203F35"/>
                </a:solidFill>
                <a:latin typeface="Liberation Sans"/>
                <a:ea typeface="Liberation Sans"/>
                <a:cs typeface="Liberation Sans"/>
              </a:defRPr>
            </a:lvl2pPr>
            <a:lvl3pPr>
              <a:defRPr sz="2100" b="0">
                <a:solidFill>
                  <a:srgbClr val="203F35"/>
                </a:solidFill>
                <a:latin typeface="Liberation Sans"/>
                <a:ea typeface="Liberation Sans"/>
                <a:cs typeface="Liberation Sans"/>
              </a:defRPr>
            </a:lvl3pPr>
            <a:lvl4pPr>
              <a:defRPr sz="2100" b="0">
                <a:solidFill>
                  <a:srgbClr val="203F35"/>
                </a:solidFill>
                <a:latin typeface="Liberation Sans"/>
                <a:ea typeface="Liberation Sans"/>
                <a:cs typeface="Liberation Sans"/>
              </a:defRPr>
            </a:lvl4pPr>
            <a:lvl5pPr>
              <a:defRPr sz="2100" b="0">
                <a:solidFill>
                  <a:srgbClr val="203F35"/>
                </a:solidFill>
                <a:latin typeface="Liberation Sans"/>
                <a:ea typeface="Liberation Sans"/>
                <a:cs typeface="Liberation Sans"/>
              </a:defRPr>
            </a:lvl5pPr>
            <a:lvl6pPr>
              <a:defRPr sz="2100" b="0">
                <a:solidFill>
                  <a:srgbClr val="203F35"/>
                </a:solidFill>
                <a:latin typeface="Liberation Sans"/>
                <a:ea typeface="Liberation Sans"/>
                <a:cs typeface="Liberation Sans"/>
              </a:defRPr>
            </a:lvl6pPr>
            <a:lvl7pPr>
              <a:defRPr sz="2100" b="0">
                <a:solidFill>
                  <a:srgbClr val="203F35"/>
                </a:solidFill>
                <a:latin typeface="Liberation Sans"/>
                <a:ea typeface="Liberation Sans"/>
                <a:cs typeface="Liberation Sans"/>
              </a:defRPr>
            </a:lvl7pPr>
            <a:lvl8pPr>
              <a:defRPr sz="2100" b="0">
                <a:solidFill>
                  <a:srgbClr val="203F35"/>
                </a:solidFill>
                <a:latin typeface="Liberation Sans"/>
                <a:ea typeface="Liberation Sans"/>
                <a:cs typeface="Liberation Sans"/>
              </a:defRPr>
            </a:lvl8pPr>
            <a:lvl9pPr>
              <a:defRPr sz="2100" b="0">
                <a:solidFill>
                  <a:srgbClr val="203F35"/>
                </a:solidFill>
                <a:latin typeface="Liberation Sans"/>
                <a:ea typeface="Liberation Sans"/>
                <a:cs typeface="Liberation Sans"/>
              </a:defRPr>
            </a:lvl9pPr>
          </a:lstStyle>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Unique username and email</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Hashed password</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Presence and last seen</a:t>
            </a:r>
          </a:p>
        </p:txBody>
      </p:sp>
      <p:sp>
        <p:nvSpPr>
          <p:cNvPr id="6" name="">
            <a:extLst xmlns:a="http://schemas.openxmlformats.org/drawingml/2006/main">
              <a:ext uri="{FF2B5EF4-FFF2-40B4-BE49-F238E27FC236}">
                <a16:creationId xmlns:a16="http://schemas.microsoft.com/office/drawing/2014/main" id="{52EE5FD7-702D-4BB7-B71A-0EEF4739E342}"/>
              </a:ext>
            </a:extLst>
          </p:cNvPr>
          <p:cNvSpPr>
            <a:spLocks xmlns:a="http://schemas.openxmlformats.org/drawingml/2006/main" noGrp="1"/>
          </p:cNvSpPr>
          <p:nvPr/>
        </p:nvSpPr>
        <p:spPr>
          <a:xfrm xmlns:a="http://schemas.openxmlformats.org/drawingml/2006/main">
            <a:off x="4438650" y="1714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03F35"/>
                </a:solidFill>
                <a:latin typeface="Liberation Sans"/>
                <a:ea typeface="Liberation Sans"/>
                <a:cs typeface="Liberation Sans"/>
              </a:defRPr>
            </a:defPPr>
            <a:lvl1pPr>
              <a:defRPr sz="2850" b="1">
                <a:solidFill>
                  <a:srgbClr val="203F35"/>
                </a:solidFill>
                <a:latin typeface="Liberation Sans"/>
                <a:ea typeface="Liberation Sans"/>
                <a:cs typeface="Liberation Sans"/>
              </a:defRPr>
            </a:lvl1pPr>
            <a:lvl2pPr>
              <a:defRPr sz="2850" b="1">
                <a:solidFill>
                  <a:srgbClr val="203F35"/>
                </a:solidFill>
                <a:latin typeface="Liberation Sans"/>
                <a:ea typeface="Liberation Sans"/>
                <a:cs typeface="Liberation Sans"/>
              </a:defRPr>
            </a:lvl2pPr>
            <a:lvl3pPr>
              <a:defRPr sz="2850" b="1">
                <a:solidFill>
                  <a:srgbClr val="203F35"/>
                </a:solidFill>
                <a:latin typeface="Liberation Sans"/>
                <a:ea typeface="Liberation Sans"/>
                <a:cs typeface="Liberation Sans"/>
              </a:defRPr>
            </a:lvl3pPr>
            <a:lvl4pPr>
              <a:defRPr sz="2850" b="1">
                <a:solidFill>
                  <a:srgbClr val="203F35"/>
                </a:solidFill>
                <a:latin typeface="Liberation Sans"/>
                <a:ea typeface="Liberation Sans"/>
                <a:cs typeface="Liberation Sans"/>
              </a:defRPr>
            </a:lvl4pPr>
            <a:lvl5pPr>
              <a:defRPr sz="2850" b="1">
                <a:solidFill>
                  <a:srgbClr val="203F35"/>
                </a:solidFill>
                <a:latin typeface="Liberation Sans"/>
                <a:ea typeface="Liberation Sans"/>
                <a:cs typeface="Liberation Sans"/>
              </a:defRPr>
            </a:lvl5pPr>
            <a:lvl6pPr>
              <a:defRPr sz="2850" b="1">
                <a:solidFill>
                  <a:srgbClr val="203F35"/>
                </a:solidFill>
                <a:latin typeface="Liberation Sans"/>
                <a:ea typeface="Liberation Sans"/>
                <a:cs typeface="Liberation Sans"/>
              </a:defRPr>
            </a:lvl6pPr>
            <a:lvl7pPr>
              <a:defRPr sz="2850" b="1">
                <a:solidFill>
                  <a:srgbClr val="203F35"/>
                </a:solidFill>
                <a:latin typeface="Liberation Sans"/>
                <a:ea typeface="Liberation Sans"/>
                <a:cs typeface="Liberation Sans"/>
              </a:defRPr>
            </a:lvl7pPr>
            <a:lvl8pPr>
              <a:defRPr sz="2850" b="1">
                <a:solidFill>
                  <a:srgbClr val="203F35"/>
                </a:solidFill>
                <a:latin typeface="Liberation Sans"/>
                <a:ea typeface="Liberation Sans"/>
                <a:cs typeface="Liberation Sans"/>
              </a:defRPr>
            </a:lvl8pPr>
            <a:lvl9pPr>
              <a:defRPr sz="2850" b="1">
                <a:solidFill>
                  <a:srgbClr val="203F35"/>
                </a:solidFill>
                <a:latin typeface="Liberation Sans"/>
                <a:ea typeface="Liberation Sans"/>
                <a:cs typeface="Liberation Sans"/>
              </a:defRPr>
            </a:lvl9pPr>
          </a:lstStyle>
          <a:p xmlns:a="http://schemas.openxmlformats.org/drawingml/2006/main">
            <a:pPr>
              <a:defRPr sz="2850" b="1">
                <a:solidFill>
                  <a:srgbClr val="203F35"/>
                </a:solidFill>
                <a:latin typeface="Liberation Sans"/>
                <a:ea typeface="Liberation Sans"/>
                <a:cs typeface="Liberation Sans"/>
              </a:defRPr>
            </a:pPr>
            <a:r>
              <a:rPr sz="2850" b="1">
                <a:solidFill>
                  <a:srgbClr val="203F35"/>
                </a:solidFill>
                <a:latin typeface="Liberation Sans"/>
                <a:ea typeface="Liberation Sans"/>
                <a:cs typeface="Liberation Sans"/>
              </a:rPr>
              <a:t>Conversations</a:t>
            </a:r>
          </a:p>
        </p:txBody>
      </p:sp>
      <p:sp>
        <p:nvSpPr>
          <p:cNvPr id="7" name="">
            <a:extLst xmlns:a="http://schemas.openxmlformats.org/drawingml/2006/main">
              <a:ext uri="{FF2B5EF4-FFF2-40B4-BE49-F238E27FC236}">
                <a16:creationId xmlns:a16="http://schemas.microsoft.com/office/drawing/2014/main" id="{29CA169C-5F72-456C-9E18-8B853E76625C}"/>
              </a:ext>
            </a:extLst>
          </p:cNvPr>
          <p:cNvSpPr>
            <a:spLocks xmlns:a="http://schemas.openxmlformats.org/drawingml/2006/main" noGrp="1"/>
          </p:cNvSpPr>
          <p:nvPr/>
        </p:nvSpPr>
        <p:spPr>
          <a:xfrm xmlns:a="http://schemas.openxmlformats.org/drawingml/2006/main">
            <a:off x="4438650" y="2476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56B"/>
                </a:solidFill>
                <a:latin typeface="Liberation Sans"/>
                <a:ea typeface="Liberation Sans"/>
                <a:cs typeface="Liberation Sans"/>
              </a:defRPr>
            </a:defPPr>
            <a:lvl1pPr>
              <a:defRPr sz="1950" b="0">
                <a:solidFill>
                  <a:srgbClr val="64756B"/>
                </a:solidFill>
                <a:latin typeface="Liberation Sans"/>
                <a:ea typeface="Liberation Sans"/>
                <a:cs typeface="Liberation Sans"/>
              </a:defRPr>
            </a:lvl1pPr>
            <a:lvl2pPr>
              <a:defRPr sz="1950" b="0">
                <a:solidFill>
                  <a:srgbClr val="64756B"/>
                </a:solidFill>
                <a:latin typeface="Liberation Sans"/>
                <a:ea typeface="Liberation Sans"/>
                <a:cs typeface="Liberation Sans"/>
              </a:defRPr>
            </a:lvl2pPr>
            <a:lvl3pPr>
              <a:defRPr sz="1950" b="0">
                <a:solidFill>
                  <a:srgbClr val="64756B"/>
                </a:solidFill>
                <a:latin typeface="Liberation Sans"/>
                <a:ea typeface="Liberation Sans"/>
                <a:cs typeface="Liberation Sans"/>
              </a:defRPr>
            </a:lvl3pPr>
            <a:lvl4pPr>
              <a:defRPr sz="1950" b="0">
                <a:solidFill>
                  <a:srgbClr val="64756B"/>
                </a:solidFill>
                <a:latin typeface="Liberation Sans"/>
                <a:ea typeface="Liberation Sans"/>
                <a:cs typeface="Liberation Sans"/>
              </a:defRPr>
            </a:lvl4pPr>
            <a:lvl5pPr>
              <a:defRPr sz="1950" b="0">
                <a:solidFill>
                  <a:srgbClr val="64756B"/>
                </a:solidFill>
                <a:latin typeface="Liberation Sans"/>
                <a:ea typeface="Liberation Sans"/>
                <a:cs typeface="Liberation Sans"/>
              </a:defRPr>
            </a:lvl5pPr>
            <a:lvl6pPr>
              <a:defRPr sz="1950" b="0">
                <a:solidFill>
                  <a:srgbClr val="64756B"/>
                </a:solidFill>
                <a:latin typeface="Liberation Sans"/>
                <a:ea typeface="Liberation Sans"/>
                <a:cs typeface="Liberation Sans"/>
              </a:defRPr>
            </a:lvl6pPr>
            <a:lvl7pPr>
              <a:defRPr sz="1950" b="0">
                <a:solidFill>
                  <a:srgbClr val="64756B"/>
                </a:solidFill>
                <a:latin typeface="Liberation Sans"/>
                <a:ea typeface="Liberation Sans"/>
                <a:cs typeface="Liberation Sans"/>
              </a:defRPr>
            </a:lvl7pPr>
            <a:lvl8pPr>
              <a:defRPr sz="1950" b="0">
                <a:solidFill>
                  <a:srgbClr val="64756B"/>
                </a:solidFill>
                <a:latin typeface="Liberation Sans"/>
                <a:ea typeface="Liberation Sans"/>
                <a:cs typeface="Liberation Sans"/>
              </a:defRPr>
            </a:lvl8pPr>
            <a:lvl9pPr>
              <a:defRPr sz="1950" b="0">
                <a:solidFill>
                  <a:srgbClr val="64756B"/>
                </a:solidFill>
                <a:latin typeface="Liberation Sans"/>
                <a:ea typeface="Liberation Sans"/>
                <a:cs typeface="Liberation Sans"/>
              </a:defRPr>
            </a:lvl9pPr>
          </a:lstStyle>
          <a:p xmlns:a="http://schemas.openxmlformats.org/drawingml/2006/main">
            <a:pPr>
              <a:defRPr sz="1950" b="0">
                <a:solidFill>
                  <a:srgbClr val="64756B"/>
                </a:solidFill>
                <a:latin typeface="Liberation Sans"/>
                <a:ea typeface="Liberation Sans"/>
                <a:cs typeface="Liberation Sans"/>
              </a:defRPr>
            </a:pPr>
            <a:r>
              <a:rPr sz="1950" b="0">
                <a:solidFill>
                  <a:srgbClr val="64756B"/>
                </a:solidFill>
                <a:latin typeface="Liberation Sans"/>
                <a:ea typeface="Liberation Sans"/>
                <a:cs typeface="Liberation Sans"/>
              </a:rPr>
              <a:t>Bounded membership</a:t>
            </a:r>
          </a:p>
        </p:txBody>
      </p:sp>
      <p:sp>
        <p:nvSpPr>
          <p:cNvPr id="8" name="">
            <a:extLst xmlns:a="http://schemas.openxmlformats.org/drawingml/2006/main">
              <a:ext uri="{FF2B5EF4-FFF2-40B4-BE49-F238E27FC236}">
                <a16:creationId xmlns:a16="http://schemas.microsoft.com/office/drawing/2014/main" id="{0C779D20-ABE7-4142-9C4C-76F0F9140255}"/>
              </a:ext>
            </a:extLst>
          </p:cNvPr>
          <p:cNvSpPr>
            <a:spLocks xmlns:a="http://schemas.openxmlformats.org/drawingml/2006/main" noGrp="1"/>
          </p:cNvSpPr>
          <p:nvPr/>
        </p:nvSpPr>
        <p:spPr>
          <a:xfrm xmlns:a="http://schemas.openxmlformats.org/drawingml/2006/main">
            <a:off x="4438650" y="3333750"/>
            <a:ext cx="3476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F35"/>
                </a:solidFill>
                <a:latin typeface="Liberation Sans"/>
                <a:ea typeface="Liberation Sans"/>
                <a:cs typeface="Liberation Sans"/>
              </a:defRPr>
            </a:defPPr>
            <a:lvl1pPr>
              <a:defRPr sz="2100" b="0">
                <a:solidFill>
                  <a:srgbClr val="203F35"/>
                </a:solidFill>
                <a:latin typeface="Liberation Sans"/>
                <a:ea typeface="Liberation Sans"/>
                <a:cs typeface="Liberation Sans"/>
              </a:defRPr>
            </a:lvl1pPr>
            <a:lvl2pPr>
              <a:defRPr sz="2100" b="0">
                <a:solidFill>
                  <a:srgbClr val="203F35"/>
                </a:solidFill>
                <a:latin typeface="Liberation Sans"/>
                <a:ea typeface="Liberation Sans"/>
                <a:cs typeface="Liberation Sans"/>
              </a:defRPr>
            </a:lvl2pPr>
            <a:lvl3pPr>
              <a:defRPr sz="2100" b="0">
                <a:solidFill>
                  <a:srgbClr val="203F35"/>
                </a:solidFill>
                <a:latin typeface="Liberation Sans"/>
                <a:ea typeface="Liberation Sans"/>
                <a:cs typeface="Liberation Sans"/>
              </a:defRPr>
            </a:lvl3pPr>
            <a:lvl4pPr>
              <a:defRPr sz="2100" b="0">
                <a:solidFill>
                  <a:srgbClr val="203F35"/>
                </a:solidFill>
                <a:latin typeface="Liberation Sans"/>
                <a:ea typeface="Liberation Sans"/>
                <a:cs typeface="Liberation Sans"/>
              </a:defRPr>
            </a:lvl4pPr>
            <a:lvl5pPr>
              <a:defRPr sz="2100" b="0">
                <a:solidFill>
                  <a:srgbClr val="203F35"/>
                </a:solidFill>
                <a:latin typeface="Liberation Sans"/>
                <a:ea typeface="Liberation Sans"/>
                <a:cs typeface="Liberation Sans"/>
              </a:defRPr>
            </a:lvl5pPr>
            <a:lvl6pPr>
              <a:defRPr sz="2100" b="0">
                <a:solidFill>
                  <a:srgbClr val="203F35"/>
                </a:solidFill>
                <a:latin typeface="Liberation Sans"/>
                <a:ea typeface="Liberation Sans"/>
                <a:cs typeface="Liberation Sans"/>
              </a:defRPr>
            </a:lvl6pPr>
            <a:lvl7pPr>
              <a:defRPr sz="2100" b="0">
                <a:solidFill>
                  <a:srgbClr val="203F35"/>
                </a:solidFill>
                <a:latin typeface="Liberation Sans"/>
                <a:ea typeface="Liberation Sans"/>
                <a:cs typeface="Liberation Sans"/>
              </a:defRPr>
            </a:lvl7pPr>
            <a:lvl8pPr>
              <a:defRPr sz="2100" b="0">
                <a:solidFill>
                  <a:srgbClr val="203F35"/>
                </a:solidFill>
                <a:latin typeface="Liberation Sans"/>
                <a:ea typeface="Liberation Sans"/>
                <a:cs typeface="Liberation Sans"/>
              </a:defRPr>
            </a:lvl8pPr>
            <a:lvl9pPr>
              <a:defRPr sz="2100" b="0">
                <a:solidFill>
                  <a:srgbClr val="203F35"/>
                </a:solidFill>
                <a:latin typeface="Liberation Sans"/>
                <a:ea typeface="Liberation Sans"/>
                <a:cs typeface="Liberation Sans"/>
              </a:defRPr>
            </a:lvl9pPr>
          </a:lstStyle>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Participant ObjectIds</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Direct or group type</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Cached lastMessage</a:t>
            </a:r>
          </a:p>
        </p:txBody>
      </p:sp>
      <p:sp>
        <p:nvSpPr>
          <p:cNvPr id="9" name="">
            <a:extLst xmlns:a="http://schemas.openxmlformats.org/drawingml/2006/main">
              <a:ext uri="{FF2B5EF4-FFF2-40B4-BE49-F238E27FC236}">
                <a16:creationId xmlns:a16="http://schemas.microsoft.com/office/drawing/2014/main" id="{C3941F88-515E-4F3A-B9A8-1792AF3F2DAD}"/>
              </a:ext>
            </a:extLst>
          </p:cNvPr>
          <p:cNvSpPr>
            <a:spLocks xmlns:a="http://schemas.openxmlformats.org/drawingml/2006/main" noGrp="1"/>
          </p:cNvSpPr>
          <p:nvPr/>
        </p:nvSpPr>
        <p:spPr>
          <a:xfrm xmlns:a="http://schemas.openxmlformats.org/drawingml/2006/main">
            <a:off x="8267700" y="1714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03F35"/>
                </a:solidFill>
                <a:latin typeface="Liberation Sans"/>
                <a:ea typeface="Liberation Sans"/>
                <a:cs typeface="Liberation Sans"/>
              </a:defRPr>
            </a:defPPr>
            <a:lvl1pPr>
              <a:defRPr sz="2850" b="1">
                <a:solidFill>
                  <a:srgbClr val="203F35"/>
                </a:solidFill>
                <a:latin typeface="Liberation Sans"/>
                <a:ea typeface="Liberation Sans"/>
                <a:cs typeface="Liberation Sans"/>
              </a:defRPr>
            </a:lvl1pPr>
            <a:lvl2pPr>
              <a:defRPr sz="2850" b="1">
                <a:solidFill>
                  <a:srgbClr val="203F35"/>
                </a:solidFill>
                <a:latin typeface="Liberation Sans"/>
                <a:ea typeface="Liberation Sans"/>
                <a:cs typeface="Liberation Sans"/>
              </a:defRPr>
            </a:lvl2pPr>
            <a:lvl3pPr>
              <a:defRPr sz="2850" b="1">
                <a:solidFill>
                  <a:srgbClr val="203F35"/>
                </a:solidFill>
                <a:latin typeface="Liberation Sans"/>
                <a:ea typeface="Liberation Sans"/>
                <a:cs typeface="Liberation Sans"/>
              </a:defRPr>
            </a:lvl3pPr>
            <a:lvl4pPr>
              <a:defRPr sz="2850" b="1">
                <a:solidFill>
                  <a:srgbClr val="203F35"/>
                </a:solidFill>
                <a:latin typeface="Liberation Sans"/>
                <a:ea typeface="Liberation Sans"/>
                <a:cs typeface="Liberation Sans"/>
              </a:defRPr>
            </a:lvl4pPr>
            <a:lvl5pPr>
              <a:defRPr sz="2850" b="1">
                <a:solidFill>
                  <a:srgbClr val="203F35"/>
                </a:solidFill>
                <a:latin typeface="Liberation Sans"/>
                <a:ea typeface="Liberation Sans"/>
                <a:cs typeface="Liberation Sans"/>
              </a:defRPr>
            </a:lvl5pPr>
            <a:lvl6pPr>
              <a:defRPr sz="2850" b="1">
                <a:solidFill>
                  <a:srgbClr val="203F35"/>
                </a:solidFill>
                <a:latin typeface="Liberation Sans"/>
                <a:ea typeface="Liberation Sans"/>
                <a:cs typeface="Liberation Sans"/>
              </a:defRPr>
            </a:lvl6pPr>
            <a:lvl7pPr>
              <a:defRPr sz="2850" b="1">
                <a:solidFill>
                  <a:srgbClr val="203F35"/>
                </a:solidFill>
                <a:latin typeface="Liberation Sans"/>
                <a:ea typeface="Liberation Sans"/>
                <a:cs typeface="Liberation Sans"/>
              </a:defRPr>
            </a:lvl7pPr>
            <a:lvl8pPr>
              <a:defRPr sz="2850" b="1">
                <a:solidFill>
                  <a:srgbClr val="203F35"/>
                </a:solidFill>
                <a:latin typeface="Liberation Sans"/>
                <a:ea typeface="Liberation Sans"/>
                <a:cs typeface="Liberation Sans"/>
              </a:defRPr>
            </a:lvl8pPr>
            <a:lvl9pPr>
              <a:defRPr sz="2850" b="1">
                <a:solidFill>
                  <a:srgbClr val="203F35"/>
                </a:solidFill>
                <a:latin typeface="Liberation Sans"/>
                <a:ea typeface="Liberation Sans"/>
                <a:cs typeface="Liberation Sans"/>
              </a:defRPr>
            </a:lvl9pPr>
          </a:lstStyle>
          <a:p xmlns:a="http://schemas.openxmlformats.org/drawingml/2006/main">
            <a:pPr>
              <a:defRPr sz="2850" b="1">
                <a:solidFill>
                  <a:srgbClr val="203F35"/>
                </a:solidFill>
                <a:latin typeface="Liberation Sans"/>
                <a:ea typeface="Liberation Sans"/>
                <a:cs typeface="Liberation Sans"/>
              </a:defRPr>
            </a:pPr>
            <a:r>
              <a:rPr sz="2850" b="1">
                <a:solidFill>
                  <a:srgbClr val="203F35"/>
                </a:solidFill>
                <a:latin typeface="Liberation Sans"/>
                <a:ea typeface="Liberation Sans"/>
                <a:cs typeface="Liberation Sans"/>
              </a:rPr>
              <a:t>Messages</a:t>
            </a:r>
          </a:p>
        </p:txBody>
      </p:sp>
      <p:sp>
        <p:nvSpPr>
          <p:cNvPr id="10" name="">
            <a:extLst xmlns:a="http://schemas.openxmlformats.org/drawingml/2006/main">
              <a:ext uri="{FF2B5EF4-FFF2-40B4-BE49-F238E27FC236}">
                <a16:creationId xmlns:a16="http://schemas.microsoft.com/office/drawing/2014/main" id="{4D73E0AB-8B40-4945-846E-33E6FEEEC55B}"/>
              </a:ext>
            </a:extLst>
          </p:cNvPr>
          <p:cNvSpPr>
            <a:spLocks xmlns:a="http://schemas.openxmlformats.org/drawingml/2006/main" noGrp="1"/>
          </p:cNvSpPr>
          <p:nvPr/>
        </p:nvSpPr>
        <p:spPr>
          <a:xfrm xmlns:a="http://schemas.openxmlformats.org/drawingml/2006/main">
            <a:off x="8267700" y="2476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56B"/>
                </a:solidFill>
                <a:latin typeface="Liberation Sans"/>
                <a:ea typeface="Liberation Sans"/>
                <a:cs typeface="Liberation Sans"/>
              </a:defRPr>
            </a:defPPr>
            <a:lvl1pPr>
              <a:defRPr sz="1950" b="0">
                <a:solidFill>
                  <a:srgbClr val="64756B"/>
                </a:solidFill>
                <a:latin typeface="Liberation Sans"/>
                <a:ea typeface="Liberation Sans"/>
                <a:cs typeface="Liberation Sans"/>
              </a:defRPr>
            </a:lvl1pPr>
            <a:lvl2pPr>
              <a:defRPr sz="1950" b="0">
                <a:solidFill>
                  <a:srgbClr val="64756B"/>
                </a:solidFill>
                <a:latin typeface="Liberation Sans"/>
                <a:ea typeface="Liberation Sans"/>
                <a:cs typeface="Liberation Sans"/>
              </a:defRPr>
            </a:lvl2pPr>
            <a:lvl3pPr>
              <a:defRPr sz="1950" b="0">
                <a:solidFill>
                  <a:srgbClr val="64756B"/>
                </a:solidFill>
                <a:latin typeface="Liberation Sans"/>
                <a:ea typeface="Liberation Sans"/>
                <a:cs typeface="Liberation Sans"/>
              </a:defRPr>
            </a:lvl3pPr>
            <a:lvl4pPr>
              <a:defRPr sz="1950" b="0">
                <a:solidFill>
                  <a:srgbClr val="64756B"/>
                </a:solidFill>
                <a:latin typeface="Liberation Sans"/>
                <a:ea typeface="Liberation Sans"/>
                <a:cs typeface="Liberation Sans"/>
              </a:defRPr>
            </a:lvl4pPr>
            <a:lvl5pPr>
              <a:defRPr sz="1950" b="0">
                <a:solidFill>
                  <a:srgbClr val="64756B"/>
                </a:solidFill>
                <a:latin typeface="Liberation Sans"/>
                <a:ea typeface="Liberation Sans"/>
                <a:cs typeface="Liberation Sans"/>
              </a:defRPr>
            </a:lvl5pPr>
            <a:lvl6pPr>
              <a:defRPr sz="1950" b="0">
                <a:solidFill>
                  <a:srgbClr val="64756B"/>
                </a:solidFill>
                <a:latin typeface="Liberation Sans"/>
                <a:ea typeface="Liberation Sans"/>
                <a:cs typeface="Liberation Sans"/>
              </a:defRPr>
            </a:lvl6pPr>
            <a:lvl7pPr>
              <a:defRPr sz="1950" b="0">
                <a:solidFill>
                  <a:srgbClr val="64756B"/>
                </a:solidFill>
                <a:latin typeface="Liberation Sans"/>
                <a:ea typeface="Liberation Sans"/>
                <a:cs typeface="Liberation Sans"/>
              </a:defRPr>
            </a:lvl7pPr>
            <a:lvl8pPr>
              <a:defRPr sz="1950" b="0">
                <a:solidFill>
                  <a:srgbClr val="64756B"/>
                </a:solidFill>
                <a:latin typeface="Liberation Sans"/>
                <a:ea typeface="Liberation Sans"/>
                <a:cs typeface="Liberation Sans"/>
              </a:defRPr>
            </a:lvl8pPr>
            <a:lvl9pPr>
              <a:defRPr sz="1950" b="0">
                <a:solidFill>
                  <a:srgbClr val="64756B"/>
                </a:solidFill>
                <a:latin typeface="Liberation Sans"/>
                <a:ea typeface="Liberation Sans"/>
                <a:cs typeface="Liberation Sans"/>
              </a:defRPr>
            </a:lvl9pPr>
          </a:lstStyle>
          <a:p xmlns:a="http://schemas.openxmlformats.org/drawingml/2006/main">
            <a:pPr>
              <a:defRPr sz="1950" b="0">
                <a:solidFill>
                  <a:srgbClr val="64756B"/>
                </a:solidFill>
                <a:latin typeface="Liberation Sans"/>
                <a:ea typeface="Liberation Sans"/>
                <a:cs typeface="Liberation Sans"/>
              </a:defRPr>
            </a:pPr>
            <a:r>
              <a:rPr sz="1950" b="0">
                <a:solidFill>
                  <a:srgbClr val="64756B"/>
                </a:solidFill>
                <a:latin typeface="Liberation Sans"/>
                <a:ea typeface="Liberation Sans"/>
                <a:cs typeface="Liberation Sans"/>
              </a:rPr>
              <a:t>Growing history</a:t>
            </a:r>
          </a:p>
        </p:txBody>
      </p:sp>
      <p:sp>
        <p:nvSpPr>
          <p:cNvPr id="11" name="">
            <a:extLst xmlns:a="http://schemas.openxmlformats.org/drawingml/2006/main">
              <a:ext uri="{FF2B5EF4-FFF2-40B4-BE49-F238E27FC236}">
                <a16:creationId xmlns:a16="http://schemas.microsoft.com/office/drawing/2014/main" id="{62E8DAB0-92E3-4175-AFDB-C3D6A805E77D}"/>
              </a:ext>
            </a:extLst>
          </p:cNvPr>
          <p:cNvSpPr>
            <a:spLocks xmlns:a="http://schemas.openxmlformats.org/drawingml/2006/main" noGrp="1"/>
          </p:cNvSpPr>
          <p:nvPr/>
        </p:nvSpPr>
        <p:spPr>
          <a:xfrm xmlns:a="http://schemas.openxmlformats.org/drawingml/2006/main">
            <a:off x="8267700" y="3333750"/>
            <a:ext cx="3476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F35"/>
                </a:solidFill>
                <a:latin typeface="Liberation Sans"/>
                <a:ea typeface="Liberation Sans"/>
                <a:cs typeface="Liberation Sans"/>
              </a:defRPr>
            </a:defPPr>
            <a:lvl1pPr>
              <a:defRPr sz="2100" b="0">
                <a:solidFill>
                  <a:srgbClr val="203F35"/>
                </a:solidFill>
                <a:latin typeface="Liberation Sans"/>
                <a:ea typeface="Liberation Sans"/>
                <a:cs typeface="Liberation Sans"/>
              </a:defRPr>
            </a:lvl1pPr>
            <a:lvl2pPr>
              <a:defRPr sz="2100" b="0">
                <a:solidFill>
                  <a:srgbClr val="203F35"/>
                </a:solidFill>
                <a:latin typeface="Liberation Sans"/>
                <a:ea typeface="Liberation Sans"/>
                <a:cs typeface="Liberation Sans"/>
              </a:defRPr>
            </a:lvl2pPr>
            <a:lvl3pPr>
              <a:defRPr sz="2100" b="0">
                <a:solidFill>
                  <a:srgbClr val="203F35"/>
                </a:solidFill>
                <a:latin typeface="Liberation Sans"/>
                <a:ea typeface="Liberation Sans"/>
                <a:cs typeface="Liberation Sans"/>
              </a:defRPr>
            </a:lvl3pPr>
            <a:lvl4pPr>
              <a:defRPr sz="2100" b="0">
                <a:solidFill>
                  <a:srgbClr val="203F35"/>
                </a:solidFill>
                <a:latin typeface="Liberation Sans"/>
                <a:ea typeface="Liberation Sans"/>
                <a:cs typeface="Liberation Sans"/>
              </a:defRPr>
            </a:lvl4pPr>
            <a:lvl5pPr>
              <a:defRPr sz="2100" b="0">
                <a:solidFill>
                  <a:srgbClr val="203F35"/>
                </a:solidFill>
                <a:latin typeface="Liberation Sans"/>
                <a:ea typeface="Liberation Sans"/>
                <a:cs typeface="Liberation Sans"/>
              </a:defRPr>
            </a:lvl5pPr>
            <a:lvl6pPr>
              <a:defRPr sz="2100" b="0">
                <a:solidFill>
                  <a:srgbClr val="203F35"/>
                </a:solidFill>
                <a:latin typeface="Liberation Sans"/>
                <a:ea typeface="Liberation Sans"/>
                <a:cs typeface="Liberation Sans"/>
              </a:defRPr>
            </a:lvl6pPr>
            <a:lvl7pPr>
              <a:defRPr sz="2100" b="0">
                <a:solidFill>
                  <a:srgbClr val="203F35"/>
                </a:solidFill>
                <a:latin typeface="Liberation Sans"/>
                <a:ea typeface="Liberation Sans"/>
                <a:cs typeface="Liberation Sans"/>
              </a:defRPr>
            </a:lvl7pPr>
            <a:lvl8pPr>
              <a:defRPr sz="2100" b="0">
                <a:solidFill>
                  <a:srgbClr val="203F35"/>
                </a:solidFill>
                <a:latin typeface="Liberation Sans"/>
                <a:ea typeface="Liberation Sans"/>
                <a:cs typeface="Liberation Sans"/>
              </a:defRPr>
            </a:lvl8pPr>
            <a:lvl9pPr>
              <a:defRPr sz="2100" b="0">
                <a:solidFill>
                  <a:srgbClr val="203F35"/>
                </a:solidFill>
                <a:latin typeface="Liberation Sans"/>
                <a:ea typeface="Liberation Sans"/>
                <a:cs typeface="Liberation Sans"/>
              </a:defRPr>
            </a:lvl9pPr>
          </a:lstStyle>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Conversation and sender refs</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Text or attachment link</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Per-user receipt arrays</a:t>
            </a:r>
          </a:p>
        </p:txBody>
      </p:sp>
      <p:sp>
        <p:nvSpPr>
          <p:cNvPr id="12" name="">
            <a:extLst xmlns:a="http://schemas.openxmlformats.org/drawingml/2006/main">
              <a:ext uri="{FF2B5EF4-FFF2-40B4-BE49-F238E27FC236}">
                <a16:creationId xmlns:a16="http://schemas.microsoft.com/office/drawing/2014/main" id="{9D97E107-ED82-4F23-9711-A671671C8B92}"/>
              </a:ext>
            </a:extLst>
          </p:cNvPr>
          <p:cNvSpPr>
            <a:spLocks xmlns:a="http://schemas.openxmlformats.org/drawingml/2006/main" noGrp="1"/>
          </p:cNvSpPr>
          <p:nvPr/>
        </p:nvSpPr>
        <p:spPr>
          <a:xfrm xmlns:a="http://schemas.openxmlformats.org/drawingml/2006/main">
            <a:off x="609600" y="56769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3F35"/>
                </a:solidFill>
                <a:latin typeface="Liberation Sans"/>
                <a:ea typeface="Liberation Sans"/>
                <a:cs typeface="Liberation Sans"/>
              </a:defRPr>
            </a:defPPr>
            <a:lvl1pPr>
              <a:defRPr sz="1950" b="1">
                <a:solidFill>
                  <a:srgbClr val="203F35"/>
                </a:solidFill>
                <a:latin typeface="Liberation Sans"/>
                <a:ea typeface="Liberation Sans"/>
                <a:cs typeface="Liberation Sans"/>
              </a:defRPr>
            </a:lvl1pPr>
            <a:lvl2pPr>
              <a:defRPr sz="1950" b="1">
                <a:solidFill>
                  <a:srgbClr val="203F35"/>
                </a:solidFill>
                <a:latin typeface="Liberation Sans"/>
                <a:ea typeface="Liberation Sans"/>
                <a:cs typeface="Liberation Sans"/>
              </a:defRPr>
            </a:lvl2pPr>
            <a:lvl3pPr>
              <a:defRPr sz="1950" b="1">
                <a:solidFill>
                  <a:srgbClr val="203F35"/>
                </a:solidFill>
                <a:latin typeface="Liberation Sans"/>
                <a:ea typeface="Liberation Sans"/>
                <a:cs typeface="Liberation Sans"/>
              </a:defRPr>
            </a:lvl3pPr>
            <a:lvl4pPr>
              <a:defRPr sz="1950" b="1">
                <a:solidFill>
                  <a:srgbClr val="203F35"/>
                </a:solidFill>
                <a:latin typeface="Liberation Sans"/>
                <a:ea typeface="Liberation Sans"/>
                <a:cs typeface="Liberation Sans"/>
              </a:defRPr>
            </a:lvl4pPr>
            <a:lvl5pPr>
              <a:defRPr sz="1950" b="1">
                <a:solidFill>
                  <a:srgbClr val="203F35"/>
                </a:solidFill>
                <a:latin typeface="Liberation Sans"/>
                <a:ea typeface="Liberation Sans"/>
                <a:cs typeface="Liberation Sans"/>
              </a:defRPr>
            </a:lvl5pPr>
            <a:lvl6pPr>
              <a:defRPr sz="1950" b="1">
                <a:solidFill>
                  <a:srgbClr val="203F35"/>
                </a:solidFill>
                <a:latin typeface="Liberation Sans"/>
                <a:ea typeface="Liberation Sans"/>
                <a:cs typeface="Liberation Sans"/>
              </a:defRPr>
            </a:lvl6pPr>
            <a:lvl7pPr>
              <a:defRPr sz="1950" b="1">
                <a:solidFill>
                  <a:srgbClr val="203F35"/>
                </a:solidFill>
                <a:latin typeface="Liberation Sans"/>
                <a:ea typeface="Liberation Sans"/>
                <a:cs typeface="Liberation Sans"/>
              </a:defRPr>
            </a:lvl7pPr>
            <a:lvl8pPr>
              <a:defRPr sz="1950" b="1">
                <a:solidFill>
                  <a:srgbClr val="203F35"/>
                </a:solidFill>
                <a:latin typeface="Liberation Sans"/>
                <a:ea typeface="Liberation Sans"/>
                <a:cs typeface="Liberation Sans"/>
              </a:defRPr>
            </a:lvl8pPr>
            <a:lvl9pPr>
              <a:defRPr sz="1950" b="1">
                <a:solidFill>
                  <a:srgbClr val="203F35"/>
                </a:solidFill>
                <a:latin typeface="Liberation Sans"/>
                <a:ea typeface="Liberation Sans"/>
                <a:cs typeface="Liberation Sans"/>
              </a:defRPr>
            </a:lvl9pPr>
          </a:lstStyle>
          <a:p xmlns:a="http://schemas.openxmlformats.org/drawingml/2006/main">
            <a:pPr>
              <a:defRPr sz="1950" b="1">
                <a:solidFill>
                  <a:srgbClr val="203F35"/>
                </a:solidFill>
                <a:latin typeface="Liberation Sans"/>
                <a:ea typeface="Liberation Sans"/>
                <a:cs typeface="Liberation Sans"/>
              </a:defRPr>
            </a:pPr>
            <a:r>
              <a:rPr sz="1950" b="1">
                <a:solidFill>
                  <a:srgbClr val="203F35"/>
                </a:solidFill>
                <a:latin typeface="Liberation Sans"/>
                <a:ea typeface="Liberation Sans"/>
                <a:cs typeface="Liberation Sans"/>
              </a:rPr>
              <a:t>Messages stay separate so a conversation document does not grow without bound.</a:t>
            </a:r>
          </a:p>
        </p:txBody>
      </p:sp>
    </p:spTree>
    <p:extLst>
      <p:ext uri="{BB962C8B-B14F-4D97-AF65-F5344CB8AC3E}">
        <p14:creationId xmlns:p14="http://schemas.microsoft.com/office/powerpoint/2010/main" val="1151317113"/>
      </p:ext>
    </p:extLst>
  </p:cSld>
</p:sld>
</file>

<file path=ppt/slides/slide7.xml><?xml version="1.0" encoding="utf-8"?>
<p:sld xmlns:p="http://schemas.openxmlformats.org/presentationml/2006/main">
  <p:cSld>
    <p:bg>
      <p:bgPr>
        <a:solidFill xmlns:a="http://schemas.openxmlformats.org/drawingml/2006/main">
          <a:srgbClr val="203F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471C4D-A822-41E9-B251-6AA3AD9110FD}"/>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5EC"/>
                </a:solidFill>
                <a:latin typeface="Liberation Sans"/>
                <a:ea typeface="Liberation Sans"/>
                <a:cs typeface="Liberation Sans"/>
              </a:defRPr>
            </a:defPPr>
            <a:lvl1pPr>
              <a:defRPr sz="3600" b="1">
                <a:solidFill>
                  <a:srgbClr val="F5F5EC"/>
                </a:solidFill>
                <a:latin typeface="Liberation Sans"/>
                <a:ea typeface="Liberation Sans"/>
                <a:cs typeface="Liberation Sans"/>
              </a:defRPr>
            </a:lvl1pPr>
            <a:lvl2pPr>
              <a:defRPr sz="3600" b="1">
                <a:solidFill>
                  <a:srgbClr val="F5F5EC"/>
                </a:solidFill>
                <a:latin typeface="Liberation Sans"/>
                <a:ea typeface="Liberation Sans"/>
                <a:cs typeface="Liberation Sans"/>
              </a:defRPr>
            </a:lvl2pPr>
            <a:lvl3pPr>
              <a:defRPr sz="3600" b="1">
                <a:solidFill>
                  <a:srgbClr val="F5F5EC"/>
                </a:solidFill>
                <a:latin typeface="Liberation Sans"/>
                <a:ea typeface="Liberation Sans"/>
                <a:cs typeface="Liberation Sans"/>
              </a:defRPr>
            </a:lvl3pPr>
            <a:lvl4pPr>
              <a:defRPr sz="3600" b="1">
                <a:solidFill>
                  <a:srgbClr val="F5F5EC"/>
                </a:solidFill>
                <a:latin typeface="Liberation Sans"/>
                <a:ea typeface="Liberation Sans"/>
                <a:cs typeface="Liberation Sans"/>
              </a:defRPr>
            </a:lvl4pPr>
            <a:lvl5pPr>
              <a:defRPr sz="3600" b="1">
                <a:solidFill>
                  <a:srgbClr val="F5F5EC"/>
                </a:solidFill>
                <a:latin typeface="Liberation Sans"/>
                <a:ea typeface="Liberation Sans"/>
                <a:cs typeface="Liberation Sans"/>
              </a:defRPr>
            </a:lvl5pPr>
            <a:lvl6pPr>
              <a:defRPr sz="3600" b="1">
                <a:solidFill>
                  <a:srgbClr val="F5F5EC"/>
                </a:solidFill>
                <a:latin typeface="Liberation Sans"/>
                <a:ea typeface="Liberation Sans"/>
                <a:cs typeface="Liberation Sans"/>
              </a:defRPr>
            </a:lvl6pPr>
            <a:lvl7pPr>
              <a:defRPr sz="3600" b="1">
                <a:solidFill>
                  <a:srgbClr val="F5F5EC"/>
                </a:solidFill>
                <a:latin typeface="Liberation Sans"/>
                <a:ea typeface="Liberation Sans"/>
                <a:cs typeface="Liberation Sans"/>
              </a:defRPr>
            </a:lvl7pPr>
            <a:lvl8pPr>
              <a:defRPr sz="3600" b="1">
                <a:solidFill>
                  <a:srgbClr val="F5F5EC"/>
                </a:solidFill>
                <a:latin typeface="Liberation Sans"/>
                <a:ea typeface="Liberation Sans"/>
                <a:cs typeface="Liberation Sans"/>
              </a:defRPr>
            </a:lvl8pPr>
            <a:lvl9pPr>
              <a:defRPr sz="3600" b="1">
                <a:solidFill>
                  <a:srgbClr val="F5F5EC"/>
                </a:solidFill>
                <a:latin typeface="Liberation Sans"/>
                <a:ea typeface="Liberation Sans"/>
                <a:cs typeface="Liberation Sans"/>
              </a:defRPr>
            </a:lvl9pPr>
          </a:lstStyle>
          <a:p xmlns:a="http://schemas.openxmlformats.org/drawingml/2006/main">
            <a:pPr>
              <a:defRPr sz="3600" b="1">
                <a:solidFill>
                  <a:srgbClr val="F5F5EC"/>
                </a:solidFill>
                <a:latin typeface="Liberation Sans"/>
                <a:ea typeface="Liberation Sans"/>
                <a:cs typeface="Liberation Sans"/>
              </a:defRPr>
            </a:pPr>
            <a:r>
              <a:rPr sz="3600" b="1">
                <a:solidFill>
                  <a:srgbClr val="F5F5EC"/>
                </a:solidFill>
                <a:latin typeface="Liberation Sans"/>
                <a:ea typeface="Liberation Sans"/>
                <a:cs typeface="Liberation Sans"/>
              </a:rPr>
              <a:t>A message and its preview commit together</a:t>
            </a:r>
          </a:p>
        </p:txBody>
      </p:sp>
      <p:sp>
        <p:nvSpPr>
          <p:cNvPr id="2" name="">
            <a:extLst xmlns:a="http://schemas.openxmlformats.org/drawingml/2006/main">
              <a:ext uri="{FF2B5EF4-FFF2-40B4-BE49-F238E27FC236}">
                <a16:creationId xmlns:a16="http://schemas.microsoft.com/office/drawing/2014/main" id="{48CD1E8C-AF74-4FCB-9E7C-20F2D5857343}"/>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D98B"/>
                </a:solidFill>
                <a:latin typeface="Liberation Sans"/>
                <a:ea typeface="Liberation Sans"/>
                <a:cs typeface="Liberation Sans"/>
              </a:defRPr>
            </a:defPPr>
            <a:lvl1pPr>
              <a:defRPr sz="1200" b="0">
                <a:solidFill>
                  <a:srgbClr val="B8D98B"/>
                </a:solidFill>
                <a:latin typeface="Liberation Sans"/>
                <a:ea typeface="Liberation Sans"/>
                <a:cs typeface="Liberation Sans"/>
              </a:defRPr>
            </a:lvl1pPr>
            <a:lvl2pPr>
              <a:defRPr sz="1200" b="0">
                <a:solidFill>
                  <a:srgbClr val="B8D98B"/>
                </a:solidFill>
                <a:latin typeface="Liberation Sans"/>
                <a:ea typeface="Liberation Sans"/>
                <a:cs typeface="Liberation Sans"/>
              </a:defRPr>
            </a:lvl2pPr>
            <a:lvl3pPr>
              <a:defRPr sz="1200" b="0">
                <a:solidFill>
                  <a:srgbClr val="B8D98B"/>
                </a:solidFill>
                <a:latin typeface="Liberation Sans"/>
                <a:ea typeface="Liberation Sans"/>
                <a:cs typeface="Liberation Sans"/>
              </a:defRPr>
            </a:lvl3pPr>
            <a:lvl4pPr>
              <a:defRPr sz="1200" b="0">
                <a:solidFill>
                  <a:srgbClr val="B8D98B"/>
                </a:solidFill>
                <a:latin typeface="Liberation Sans"/>
                <a:ea typeface="Liberation Sans"/>
                <a:cs typeface="Liberation Sans"/>
              </a:defRPr>
            </a:lvl4pPr>
            <a:lvl5pPr>
              <a:defRPr sz="1200" b="0">
                <a:solidFill>
                  <a:srgbClr val="B8D98B"/>
                </a:solidFill>
                <a:latin typeface="Liberation Sans"/>
                <a:ea typeface="Liberation Sans"/>
                <a:cs typeface="Liberation Sans"/>
              </a:defRPr>
            </a:lvl5pPr>
            <a:lvl6pPr>
              <a:defRPr sz="1200" b="0">
                <a:solidFill>
                  <a:srgbClr val="B8D98B"/>
                </a:solidFill>
                <a:latin typeface="Liberation Sans"/>
                <a:ea typeface="Liberation Sans"/>
                <a:cs typeface="Liberation Sans"/>
              </a:defRPr>
            </a:lvl6pPr>
            <a:lvl7pPr>
              <a:defRPr sz="1200" b="0">
                <a:solidFill>
                  <a:srgbClr val="B8D98B"/>
                </a:solidFill>
                <a:latin typeface="Liberation Sans"/>
                <a:ea typeface="Liberation Sans"/>
                <a:cs typeface="Liberation Sans"/>
              </a:defRPr>
            </a:lvl7pPr>
            <a:lvl8pPr>
              <a:defRPr sz="1200" b="0">
                <a:solidFill>
                  <a:srgbClr val="B8D98B"/>
                </a:solidFill>
                <a:latin typeface="Liberation Sans"/>
                <a:ea typeface="Liberation Sans"/>
                <a:cs typeface="Liberation Sans"/>
              </a:defRPr>
            </a:lvl8pPr>
            <a:lvl9pPr>
              <a:defRPr sz="1200" b="0">
                <a:solidFill>
                  <a:srgbClr val="B8D98B"/>
                </a:solidFill>
                <a:latin typeface="Liberation Sans"/>
                <a:ea typeface="Liberation Sans"/>
                <a:cs typeface="Liberation Sans"/>
              </a:defRPr>
            </a:lvl9pPr>
          </a:lstStyle>
          <a:p xmlns:a="http://schemas.openxmlformats.org/drawingml/2006/main">
            <a:pPr>
              <a:defRPr sz="1200" b="0">
                <a:solidFill>
                  <a:srgbClr val="B8D98B"/>
                </a:solidFill>
                <a:latin typeface="Liberation Sans"/>
                <a:ea typeface="Liberation Sans"/>
                <a:cs typeface="Liberation Sans"/>
              </a:defRPr>
            </a:pPr>
            <a:r>
              <a:rPr sz="1200" b="0">
                <a:solidFill>
                  <a:srgbClr val="B8D98B"/>
                </a:solidFill>
                <a:latin typeface="Liberation Sans"/>
                <a:ea typeface="Liberation Sans"/>
                <a:cs typeface="Liberation Sans"/>
              </a:rPr>
              <a:t>07    PINGROOM</a:t>
            </a:r>
          </a:p>
        </p:txBody>
      </p:sp>
      <p:sp>
        <p:nvSpPr>
          <p:cNvPr id="3" name="">
            <a:extLst xmlns:a="http://schemas.openxmlformats.org/drawingml/2006/main">
              <a:ext uri="{FF2B5EF4-FFF2-40B4-BE49-F238E27FC236}">
                <a16:creationId xmlns:a16="http://schemas.microsoft.com/office/drawing/2014/main" id="{516367CC-1481-442D-8355-F0A24D520EAF}"/>
              </a:ext>
            </a:extLst>
          </p:cNvPr>
          <p:cNvSpPr>
            <a:spLocks xmlns:a="http://schemas.openxmlformats.org/drawingml/2006/main" noGrp="1"/>
          </p:cNvSpPr>
          <p:nvPr/>
        </p:nvSpPr>
        <p:spPr>
          <a:xfrm xmlns:a="http://schemas.openxmlformats.org/drawingml/2006/main">
            <a:off x="609600" y="16859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5F5EC"/>
                </a:solidFill>
                <a:latin typeface="Liberation Sans"/>
                <a:ea typeface="Liberation Sans"/>
                <a:cs typeface="Liberation Sans"/>
              </a:defRPr>
            </a:defPPr>
            <a:lvl1pPr>
              <a:defRPr sz="2850" b="1">
                <a:solidFill>
                  <a:srgbClr val="F5F5EC"/>
                </a:solidFill>
                <a:latin typeface="Liberation Sans"/>
                <a:ea typeface="Liberation Sans"/>
                <a:cs typeface="Liberation Sans"/>
              </a:defRPr>
            </a:lvl1pPr>
            <a:lvl2pPr>
              <a:defRPr sz="2850" b="1">
                <a:solidFill>
                  <a:srgbClr val="F5F5EC"/>
                </a:solidFill>
                <a:latin typeface="Liberation Sans"/>
                <a:ea typeface="Liberation Sans"/>
                <a:cs typeface="Liberation Sans"/>
              </a:defRPr>
            </a:lvl2pPr>
            <a:lvl3pPr>
              <a:defRPr sz="2850" b="1">
                <a:solidFill>
                  <a:srgbClr val="F5F5EC"/>
                </a:solidFill>
                <a:latin typeface="Liberation Sans"/>
                <a:ea typeface="Liberation Sans"/>
                <a:cs typeface="Liberation Sans"/>
              </a:defRPr>
            </a:lvl3pPr>
            <a:lvl4pPr>
              <a:defRPr sz="2850" b="1">
                <a:solidFill>
                  <a:srgbClr val="F5F5EC"/>
                </a:solidFill>
                <a:latin typeface="Liberation Sans"/>
                <a:ea typeface="Liberation Sans"/>
                <a:cs typeface="Liberation Sans"/>
              </a:defRPr>
            </a:lvl4pPr>
            <a:lvl5pPr>
              <a:defRPr sz="2850" b="1">
                <a:solidFill>
                  <a:srgbClr val="F5F5EC"/>
                </a:solidFill>
                <a:latin typeface="Liberation Sans"/>
                <a:ea typeface="Liberation Sans"/>
                <a:cs typeface="Liberation Sans"/>
              </a:defRPr>
            </a:lvl5pPr>
            <a:lvl6pPr>
              <a:defRPr sz="2850" b="1">
                <a:solidFill>
                  <a:srgbClr val="F5F5EC"/>
                </a:solidFill>
                <a:latin typeface="Liberation Sans"/>
                <a:ea typeface="Liberation Sans"/>
                <a:cs typeface="Liberation Sans"/>
              </a:defRPr>
            </a:lvl6pPr>
            <a:lvl7pPr>
              <a:defRPr sz="2850" b="1">
                <a:solidFill>
                  <a:srgbClr val="F5F5EC"/>
                </a:solidFill>
                <a:latin typeface="Liberation Sans"/>
                <a:ea typeface="Liberation Sans"/>
                <a:cs typeface="Liberation Sans"/>
              </a:defRPr>
            </a:lvl7pPr>
            <a:lvl8pPr>
              <a:defRPr sz="2850" b="1">
                <a:solidFill>
                  <a:srgbClr val="F5F5EC"/>
                </a:solidFill>
                <a:latin typeface="Liberation Sans"/>
                <a:ea typeface="Liberation Sans"/>
                <a:cs typeface="Liberation Sans"/>
              </a:defRPr>
            </a:lvl8pPr>
            <a:lvl9pPr>
              <a:defRPr sz="2850" b="1">
                <a:solidFill>
                  <a:srgbClr val="F5F5EC"/>
                </a:solidFill>
                <a:latin typeface="Liberation Sans"/>
                <a:ea typeface="Liberation Sans"/>
                <a:cs typeface="Liberation Sans"/>
              </a:defRPr>
            </a:lvl9pPr>
          </a:lstStyle>
          <a:p xmlns:a="http://schemas.openxmlformats.org/drawingml/2006/main">
            <a:pPr>
              <a:defRPr sz="2850" b="1">
                <a:solidFill>
                  <a:srgbClr val="F5F5EC"/>
                </a:solidFill>
                <a:latin typeface="Liberation Sans"/>
                <a:ea typeface="Liberation Sans"/>
                <a:cs typeface="Liberation Sans"/>
              </a:defRPr>
            </a:pPr>
            <a:r>
              <a:rPr sz="2850" b="1">
                <a:solidFill>
                  <a:srgbClr val="F5F5EC"/>
                </a:solidFill>
                <a:latin typeface="Liberation Sans"/>
                <a:ea typeface="Liberation Sans"/>
                <a:cs typeface="Liberation Sans"/>
              </a:rPr>
              <a:t>Validate membership</a:t>
            </a:r>
          </a:p>
        </p:txBody>
      </p:sp>
      <p:sp>
        <p:nvSpPr>
          <p:cNvPr id="4" name="">
            <a:extLst xmlns:a="http://schemas.openxmlformats.org/drawingml/2006/main">
              <a:ext uri="{FF2B5EF4-FFF2-40B4-BE49-F238E27FC236}">
                <a16:creationId xmlns:a16="http://schemas.microsoft.com/office/drawing/2014/main" id="{4BEFB9EE-97CB-4EC3-87B4-981EB4182DC1}"/>
              </a:ext>
            </a:extLst>
          </p:cNvPr>
          <p:cNvSpPr>
            <a:spLocks xmlns:a="http://schemas.openxmlformats.org/drawingml/2006/main" noGrp="1"/>
          </p:cNvSpPr>
          <p:nvPr/>
        </p:nvSpPr>
        <p:spPr>
          <a:xfrm xmlns:a="http://schemas.openxmlformats.org/drawingml/2006/main">
            <a:off x="609600" y="27051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B8D98B"/>
                </a:solidFill>
                <a:latin typeface="Liberation Sans"/>
                <a:ea typeface="Liberation Sans"/>
                <a:cs typeface="Liberation Sans"/>
              </a:defRPr>
            </a:defPPr>
            <a:lvl1pPr>
              <a:defRPr sz="2700" b="1">
                <a:solidFill>
                  <a:srgbClr val="B8D98B"/>
                </a:solidFill>
                <a:latin typeface="Liberation Sans"/>
                <a:ea typeface="Liberation Sans"/>
                <a:cs typeface="Liberation Sans"/>
              </a:defRPr>
            </a:lvl1pPr>
            <a:lvl2pPr>
              <a:defRPr sz="2700" b="1">
                <a:solidFill>
                  <a:srgbClr val="B8D98B"/>
                </a:solidFill>
                <a:latin typeface="Liberation Sans"/>
                <a:ea typeface="Liberation Sans"/>
                <a:cs typeface="Liberation Sans"/>
              </a:defRPr>
            </a:lvl2pPr>
            <a:lvl3pPr>
              <a:defRPr sz="2700" b="1">
                <a:solidFill>
                  <a:srgbClr val="B8D98B"/>
                </a:solidFill>
                <a:latin typeface="Liberation Sans"/>
                <a:ea typeface="Liberation Sans"/>
                <a:cs typeface="Liberation Sans"/>
              </a:defRPr>
            </a:lvl3pPr>
            <a:lvl4pPr>
              <a:defRPr sz="2700" b="1">
                <a:solidFill>
                  <a:srgbClr val="B8D98B"/>
                </a:solidFill>
                <a:latin typeface="Liberation Sans"/>
                <a:ea typeface="Liberation Sans"/>
                <a:cs typeface="Liberation Sans"/>
              </a:defRPr>
            </a:lvl4pPr>
            <a:lvl5pPr>
              <a:defRPr sz="2700" b="1">
                <a:solidFill>
                  <a:srgbClr val="B8D98B"/>
                </a:solidFill>
                <a:latin typeface="Liberation Sans"/>
                <a:ea typeface="Liberation Sans"/>
                <a:cs typeface="Liberation Sans"/>
              </a:defRPr>
            </a:lvl5pPr>
            <a:lvl6pPr>
              <a:defRPr sz="2700" b="1">
                <a:solidFill>
                  <a:srgbClr val="B8D98B"/>
                </a:solidFill>
                <a:latin typeface="Liberation Sans"/>
                <a:ea typeface="Liberation Sans"/>
                <a:cs typeface="Liberation Sans"/>
              </a:defRPr>
            </a:lvl6pPr>
            <a:lvl7pPr>
              <a:defRPr sz="2700" b="1">
                <a:solidFill>
                  <a:srgbClr val="B8D98B"/>
                </a:solidFill>
                <a:latin typeface="Liberation Sans"/>
                <a:ea typeface="Liberation Sans"/>
                <a:cs typeface="Liberation Sans"/>
              </a:defRPr>
            </a:lvl7pPr>
            <a:lvl8pPr>
              <a:defRPr sz="2700" b="1">
                <a:solidFill>
                  <a:srgbClr val="B8D98B"/>
                </a:solidFill>
                <a:latin typeface="Liberation Sans"/>
                <a:ea typeface="Liberation Sans"/>
                <a:cs typeface="Liberation Sans"/>
              </a:defRPr>
            </a:lvl8pPr>
            <a:lvl9pPr>
              <a:defRPr sz="2700" b="1">
                <a:solidFill>
                  <a:srgbClr val="B8D98B"/>
                </a:solidFill>
                <a:latin typeface="Liberation Sans"/>
                <a:ea typeface="Liberation Sans"/>
                <a:cs typeface="Liberation Sans"/>
              </a:defRPr>
            </a:lvl9pPr>
          </a:lstStyle>
          <a:p xmlns:a="http://schemas.openxmlformats.org/drawingml/2006/main">
            <a:pPr>
              <a:defRPr sz="2700" b="1">
                <a:solidFill>
                  <a:srgbClr val="B8D98B"/>
                </a:solidFill>
                <a:latin typeface="Liberation Sans"/>
                <a:ea typeface="Liberation Sans"/>
                <a:cs typeface="Liberation Sans"/>
              </a:defRPr>
            </a:pPr>
            <a:r>
              <a:rPr sz="2700" b="1">
                <a:solidFill>
                  <a:srgbClr val="B8D98B"/>
                </a:solidFill>
                <a:latin typeface="Liberation Sans"/>
                <a:ea typeface="Liberation Sans"/>
                <a:cs typeface="Liberation Sans"/>
              </a:rPr>
              <a:t>Insert the message and update lastMessage in one transaction</a:t>
            </a:r>
          </a:p>
        </p:txBody>
      </p:sp>
      <p:sp>
        <p:nvSpPr>
          <p:cNvPr id="5" name="">
            <a:extLst xmlns:a="http://schemas.openxmlformats.org/drawingml/2006/main">
              <a:ext uri="{FF2B5EF4-FFF2-40B4-BE49-F238E27FC236}">
                <a16:creationId xmlns:a16="http://schemas.microsoft.com/office/drawing/2014/main" id="{F321E5C0-D08F-460E-BE96-2FBCB233D740}"/>
              </a:ext>
            </a:extLst>
          </p:cNvPr>
          <p:cNvSpPr>
            <a:spLocks xmlns:a="http://schemas.openxmlformats.org/drawingml/2006/main" noGrp="1"/>
          </p:cNvSpPr>
          <p:nvPr/>
        </p:nvSpPr>
        <p:spPr>
          <a:xfrm xmlns:a="http://schemas.openxmlformats.org/drawingml/2006/main">
            <a:off x="609600" y="4248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5F5EC"/>
                </a:solidFill>
                <a:latin typeface="Liberation Sans"/>
                <a:ea typeface="Liberation Sans"/>
                <a:cs typeface="Liberation Sans"/>
              </a:defRPr>
            </a:defPPr>
            <a:lvl1pPr>
              <a:defRPr sz="2700" b="0">
                <a:solidFill>
                  <a:srgbClr val="F5F5EC"/>
                </a:solidFill>
                <a:latin typeface="Liberation Sans"/>
                <a:ea typeface="Liberation Sans"/>
                <a:cs typeface="Liberation Sans"/>
              </a:defRPr>
            </a:lvl1pPr>
            <a:lvl2pPr>
              <a:defRPr sz="2700" b="0">
                <a:solidFill>
                  <a:srgbClr val="F5F5EC"/>
                </a:solidFill>
                <a:latin typeface="Liberation Sans"/>
                <a:ea typeface="Liberation Sans"/>
                <a:cs typeface="Liberation Sans"/>
              </a:defRPr>
            </a:lvl2pPr>
            <a:lvl3pPr>
              <a:defRPr sz="2700" b="0">
                <a:solidFill>
                  <a:srgbClr val="F5F5EC"/>
                </a:solidFill>
                <a:latin typeface="Liberation Sans"/>
                <a:ea typeface="Liberation Sans"/>
                <a:cs typeface="Liberation Sans"/>
              </a:defRPr>
            </a:lvl3pPr>
            <a:lvl4pPr>
              <a:defRPr sz="2700" b="0">
                <a:solidFill>
                  <a:srgbClr val="F5F5EC"/>
                </a:solidFill>
                <a:latin typeface="Liberation Sans"/>
                <a:ea typeface="Liberation Sans"/>
                <a:cs typeface="Liberation Sans"/>
              </a:defRPr>
            </a:lvl4pPr>
            <a:lvl5pPr>
              <a:defRPr sz="2700" b="0">
                <a:solidFill>
                  <a:srgbClr val="F5F5EC"/>
                </a:solidFill>
                <a:latin typeface="Liberation Sans"/>
                <a:ea typeface="Liberation Sans"/>
                <a:cs typeface="Liberation Sans"/>
              </a:defRPr>
            </a:lvl5pPr>
            <a:lvl6pPr>
              <a:defRPr sz="2700" b="0">
                <a:solidFill>
                  <a:srgbClr val="F5F5EC"/>
                </a:solidFill>
                <a:latin typeface="Liberation Sans"/>
                <a:ea typeface="Liberation Sans"/>
                <a:cs typeface="Liberation Sans"/>
              </a:defRPr>
            </a:lvl6pPr>
            <a:lvl7pPr>
              <a:defRPr sz="2700" b="0">
                <a:solidFill>
                  <a:srgbClr val="F5F5EC"/>
                </a:solidFill>
                <a:latin typeface="Liberation Sans"/>
                <a:ea typeface="Liberation Sans"/>
                <a:cs typeface="Liberation Sans"/>
              </a:defRPr>
            </a:lvl7pPr>
            <a:lvl8pPr>
              <a:defRPr sz="2700" b="0">
                <a:solidFill>
                  <a:srgbClr val="F5F5EC"/>
                </a:solidFill>
                <a:latin typeface="Liberation Sans"/>
                <a:ea typeface="Liberation Sans"/>
                <a:cs typeface="Liberation Sans"/>
              </a:defRPr>
            </a:lvl8pPr>
            <a:lvl9pPr>
              <a:defRPr sz="2700" b="0">
                <a:solidFill>
                  <a:srgbClr val="F5F5EC"/>
                </a:solidFill>
                <a:latin typeface="Liberation Sans"/>
                <a:ea typeface="Liberation Sans"/>
                <a:cs typeface="Liberation Sans"/>
              </a:defRPr>
            </a:lvl9pPr>
          </a:lstStyle>
          <a:p xmlns:a="http://schemas.openxmlformats.org/drawingml/2006/main">
            <a:pPr>
              <a:defRPr sz="2700" b="0">
                <a:solidFill>
                  <a:srgbClr val="F5F5EC"/>
                </a:solidFill>
                <a:latin typeface="Liberation Sans"/>
                <a:ea typeface="Liberation Sans"/>
                <a:cs typeface="Liberation Sans"/>
              </a:defRPr>
            </a:pPr>
            <a:r>
              <a:rPr sz="2700" b="0">
                <a:solidFill>
                  <a:srgbClr val="F5F5EC"/>
                </a:solidFill>
                <a:latin typeface="Liberation Sans"/>
                <a:ea typeface="Liberation Sans"/>
                <a:cs typeface="Liberation Sans"/>
              </a:rPr>
              <a:t>Commit, then notify conversation participants</a:t>
            </a:r>
          </a:p>
        </p:txBody>
      </p:sp>
      <p:sp>
        <p:nvSpPr>
          <p:cNvPr id="6" name="">
            <a:extLst xmlns:a="http://schemas.openxmlformats.org/drawingml/2006/main">
              <a:ext uri="{FF2B5EF4-FFF2-40B4-BE49-F238E27FC236}">
                <a16:creationId xmlns:a16="http://schemas.microsoft.com/office/drawing/2014/main" id="{409163FA-DB12-44F6-A846-3F8919A78DC2}"/>
              </a:ext>
            </a:extLst>
          </p:cNvPr>
          <p:cNvSpPr>
            <a:spLocks xmlns:a="http://schemas.openxmlformats.org/drawingml/2006/main" noGrp="1"/>
          </p:cNvSpPr>
          <p:nvPr/>
        </p:nvSpPr>
        <p:spPr>
          <a:xfrm xmlns:a="http://schemas.openxmlformats.org/drawingml/2006/main">
            <a:off x="609600" y="5524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5F5EC"/>
                </a:solidFill>
                <a:latin typeface="Liberation Sans"/>
                <a:ea typeface="Liberation Sans"/>
                <a:cs typeface="Liberation Sans"/>
              </a:defRPr>
            </a:defPPr>
            <a:lvl1pPr>
              <a:defRPr sz="2025" b="0">
                <a:solidFill>
                  <a:srgbClr val="F5F5EC"/>
                </a:solidFill>
                <a:latin typeface="Liberation Sans"/>
                <a:ea typeface="Liberation Sans"/>
                <a:cs typeface="Liberation Sans"/>
              </a:defRPr>
            </a:lvl1pPr>
            <a:lvl2pPr>
              <a:defRPr sz="2025" b="0">
                <a:solidFill>
                  <a:srgbClr val="F5F5EC"/>
                </a:solidFill>
                <a:latin typeface="Liberation Sans"/>
                <a:ea typeface="Liberation Sans"/>
                <a:cs typeface="Liberation Sans"/>
              </a:defRPr>
            </a:lvl2pPr>
            <a:lvl3pPr>
              <a:defRPr sz="2025" b="0">
                <a:solidFill>
                  <a:srgbClr val="F5F5EC"/>
                </a:solidFill>
                <a:latin typeface="Liberation Sans"/>
                <a:ea typeface="Liberation Sans"/>
                <a:cs typeface="Liberation Sans"/>
              </a:defRPr>
            </a:lvl3pPr>
            <a:lvl4pPr>
              <a:defRPr sz="2025" b="0">
                <a:solidFill>
                  <a:srgbClr val="F5F5EC"/>
                </a:solidFill>
                <a:latin typeface="Liberation Sans"/>
                <a:ea typeface="Liberation Sans"/>
                <a:cs typeface="Liberation Sans"/>
              </a:defRPr>
            </a:lvl4pPr>
            <a:lvl5pPr>
              <a:defRPr sz="2025" b="0">
                <a:solidFill>
                  <a:srgbClr val="F5F5EC"/>
                </a:solidFill>
                <a:latin typeface="Liberation Sans"/>
                <a:ea typeface="Liberation Sans"/>
                <a:cs typeface="Liberation Sans"/>
              </a:defRPr>
            </a:lvl5pPr>
            <a:lvl6pPr>
              <a:defRPr sz="2025" b="0">
                <a:solidFill>
                  <a:srgbClr val="F5F5EC"/>
                </a:solidFill>
                <a:latin typeface="Liberation Sans"/>
                <a:ea typeface="Liberation Sans"/>
                <a:cs typeface="Liberation Sans"/>
              </a:defRPr>
            </a:lvl6pPr>
            <a:lvl7pPr>
              <a:defRPr sz="2025" b="0">
                <a:solidFill>
                  <a:srgbClr val="F5F5EC"/>
                </a:solidFill>
                <a:latin typeface="Liberation Sans"/>
                <a:ea typeface="Liberation Sans"/>
                <a:cs typeface="Liberation Sans"/>
              </a:defRPr>
            </a:lvl7pPr>
            <a:lvl8pPr>
              <a:defRPr sz="2025" b="0">
                <a:solidFill>
                  <a:srgbClr val="F5F5EC"/>
                </a:solidFill>
                <a:latin typeface="Liberation Sans"/>
                <a:ea typeface="Liberation Sans"/>
                <a:cs typeface="Liberation Sans"/>
              </a:defRPr>
            </a:lvl8pPr>
            <a:lvl9pPr>
              <a:defRPr sz="2025" b="0">
                <a:solidFill>
                  <a:srgbClr val="F5F5EC"/>
                </a:solidFill>
                <a:latin typeface="Liberation Sans"/>
                <a:ea typeface="Liberation Sans"/>
                <a:cs typeface="Liberation Sans"/>
              </a:defRPr>
            </a:lvl9pPr>
          </a:lstStyle>
          <a:p xmlns:a="http://schemas.openxmlformats.org/drawingml/2006/main">
            <a:pPr>
              <a:defRPr sz="2025" b="0">
                <a:solidFill>
                  <a:srgbClr val="F5F5EC"/>
                </a:solidFill>
                <a:latin typeface="Liberation Sans"/>
                <a:ea typeface="Liberation Sans"/>
                <a:cs typeface="Liberation Sans"/>
              </a:defRPr>
            </a:pPr>
            <a:r>
              <a:rPr sz="2025" b="0">
                <a:solidFill>
                  <a:srgbClr val="F5F5EC"/>
                </a:solidFill>
                <a:latin typeface="Liberation Sans"/>
                <a:ea typeface="Liberation Sans"/>
                <a:cs typeface="Liberation Sans"/>
              </a:rPr>
              <a:t>A failure before commit leaves both collections unchanged.</a:t>
            </a:r>
          </a:p>
        </p:txBody>
      </p:sp>
    </p:spTree>
    <p:extLst>
      <p:ext uri="{BB962C8B-B14F-4D97-AF65-F5344CB8AC3E}">
        <p14:creationId xmlns:p14="http://schemas.microsoft.com/office/powerpoint/2010/main" val="237592755"/>
      </p:ext>
    </p:extLst>
  </p:cSld>
</p:sld>
</file>

<file path=ppt/slides/slide8.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3784080-34C2-4B50-B054-B07B74ECDDA5}"/>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Queries shaped around the conversation</a:t>
            </a:r>
          </a:p>
        </p:txBody>
      </p:sp>
      <p:sp>
        <p:nvSpPr>
          <p:cNvPr id="2" name="">
            <a:extLst xmlns:a="http://schemas.openxmlformats.org/drawingml/2006/main">
              <a:ext uri="{FF2B5EF4-FFF2-40B4-BE49-F238E27FC236}">
                <a16:creationId xmlns:a16="http://schemas.microsoft.com/office/drawing/2014/main" id="{1D5E21C0-BFB5-4046-8824-4504E72BC963}"/>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08    PINGROOM</a:t>
            </a:r>
          </a:p>
        </p:txBody>
      </p:sp>
      <p:sp>
        <p:nvSpPr>
          <p:cNvPr id="3" name="">
            <a:extLst xmlns:a="http://schemas.openxmlformats.org/drawingml/2006/main">
              <a:ext uri="{FF2B5EF4-FFF2-40B4-BE49-F238E27FC236}">
                <a16:creationId xmlns:a16="http://schemas.microsoft.com/office/drawing/2014/main" id="{AE5EFF80-1F48-4F1C-BEEC-27C88FF4282C}"/>
              </a:ext>
            </a:extLst>
          </p:cNvPr>
          <p:cNvSpPr>
            <a:spLocks xmlns:a="http://schemas.openxmlformats.org/drawingml/2006/main" noGrp="1"/>
          </p:cNvSpPr>
          <p:nvPr/>
        </p:nvSpPr>
        <p:spPr>
          <a:xfrm xmlns:a="http://schemas.openxmlformats.org/drawingml/2006/main">
            <a:off x="609600" y="1571625"/>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03F35"/>
                </a:solidFill>
                <a:latin typeface="Liberation Sans"/>
                <a:ea typeface="Liberation Sans"/>
                <a:cs typeface="Liberation Sans"/>
              </a:defRPr>
            </a:defPPr>
            <a:lvl1pPr>
              <a:defRPr sz="2325" b="1">
                <a:solidFill>
                  <a:srgbClr val="203F35"/>
                </a:solidFill>
                <a:latin typeface="Liberation Sans"/>
                <a:ea typeface="Liberation Sans"/>
                <a:cs typeface="Liberation Sans"/>
              </a:defRPr>
            </a:lvl1pPr>
            <a:lvl2pPr>
              <a:defRPr sz="2325" b="1">
                <a:solidFill>
                  <a:srgbClr val="203F35"/>
                </a:solidFill>
                <a:latin typeface="Liberation Sans"/>
                <a:ea typeface="Liberation Sans"/>
                <a:cs typeface="Liberation Sans"/>
              </a:defRPr>
            </a:lvl2pPr>
            <a:lvl3pPr>
              <a:defRPr sz="2325" b="1">
                <a:solidFill>
                  <a:srgbClr val="203F35"/>
                </a:solidFill>
                <a:latin typeface="Liberation Sans"/>
                <a:ea typeface="Liberation Sans"/>
                <a:cs typeface="Liberation Sans"/>
              </a:defRPr>
            </a:lvl3pPr>
            <a:lvl4pPr>
              <a:defRPr sz="2325" b="1">
                <a:solidFill>
                  <a:srgbClr val="203F35"/>
                </a:solidFill>
                <a:latin typeface="Liberation Sans"/>
                <a:ea typeface="Liberation Sans"/>
                <a:cs typeface="Liberation Sans"/>
              </a:defRPr>
            </a:lvl4pPr>
            <a:lvl5pPr>
              <a:defRPr sz="2325" b="1">
                <a:solidFill>
                  <a:srgbClr val="203F35"/>
                </a:solidFill>
                <a:latin typeface="Liberation Sans"/>
                <a:ea typeface="Liberation Sans"/>
                <a:cs typeface="Liberation Sans"/>
              </a:defRPr>
            </a:lvl5pPr>
            <a:lvl6pPr>
              <a:defRPr sz="2325" b="1">
                <a:solidFill>
                  <a:srgbClr val="203F35"/>
                </a:solidFill>
                <a:latin typeface="Liberation Sans"/>
                <a:ea typeface="Liberation Sans"/>
                <a:cs typeface="Liberation Sans"/>
              </a:defRPr>
            </a:lvl6pPr>
            <a:lvl7pPr>
              <a:defRPr sz="2325" b="1">
                <a:solidFill>
                  <a:srgbClr val="203F35"/>
                </a:solidFill>
                <a:latin typeface="Liberation Sans"/>
                <a:ea typeface="Liberation Sans"/>
                <a:cs typeface="Liberation Sans"/>
              </a:defRPr>
            </a:lvl7pPr>
            <a:lvl8pPr>
              <a:defRPr sz="2325" b="1">
                <a:solidFill>
                  <a:srgbClr val="203F35"/>
                </a:solidFill>
                <a:latin typeface="Liberation Sans"/>
                <a:ea typeface="Liberation Sans"/>
                <a:cs typeface="Liberation Sans"/>
              </a:defRPr>
            </a:lvl8pPr>
            <a:lvl9pPr>
              <a:defRPr sz="2325" b="1">
                <a:solidFill>
                  <a:srgbClr val="203F35"/>
                </a:solidFill>
                <a:latin typeface="Liberation Sans"/>
                <a:ea typeface="Liberation Sans"/>
                <a:cs typeface="Liberation Sans"/>
              </a:defRPr>
            </a:lvl9pPr>
          </a:lstStyle>
          <a:p xmlns:a="http://schemas.openxmlformats.org/drawingml/2006/main">
            <a:pPr>
              <a:defRPr sz="2325" b="1">
                <a:solidFill>
                  <a:srgbClr val="203F35"/>
                </a:solidFill>
                <a:latin typeface="Liberation Sans"/>
                <a:ea typeface="Liberation Sans"/>
                <a:cs typeface="Liberation Sans"/>
              </a:defRPr>
            </a:pPr>
            <a:r>
              <a:rPr sz="2325" b="1">
                <a:solidFill>
                  <a:srgbClr val="203F35"/>
                </a:solidFill>
                <a:latin typeface="Liberation Sans"/>
                <a:ea typeface="Liberation Sans"/>
                <a:cs typeface="Liberation Sans"/>
              </a:rPr>
              <a:t>History</a:t>
            </a:r>
          </a:p>
        </p:txBody>
      </p:sp>
      <p:sp>
        <p:nvSpPr>
          <p:cNvPr id="4" name="">
            <a:extLst xmlns:a="http://schemas.openxmlformats.org/drawingml/2006/main">
              <a:ext uri="{FF2B5EF4-FFF2-40B4-BE49-F238E27FC236}">
                <a16:creationId xmlns:a16="http://schemas.microsoft.com/office/drawing/2014/main" id="{452202ED-BB7A-4572-8A0A-2BA05E77A55D}"/>
              </a:ext>
            </a:extLst>
          </p:cNvPr>
          <p:cNvSpPr>
            <a:spLocks xmlns:a="http://schemas.openxmlformats.org/drawingml/2006/main" noGrp="1"/>
          </p:cNvSpPr>
          <p:nvPr/>
        </p:nvSpPr>
        <p:spPr>
          <a:xfrm xmlns:a="http://schemas.openxmlformats.org/drawingml/2006/main">
            <a:off x="3810000" y="1571625"/>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3F35"/>
                </a:solidFill>
                <a:latin typeface="Liberation Sans"/>
                <a:ea typeface="Liberation Sans"/>
                <a:cs typeface="Liberation Sans"/>
              </a:defRPr>
            </a:defPPr>
            <a:lvl1pPr>
              <a:defRPr sz="2250" b="1">
                <a:solidFill>
                  <a:srgbClr val="203F35"/>
                </a:solidFill>
                <a:latin typeface="Liberation Sans"/>
                <a:ea typeface="Liberation Sans"/>
                <a:cs typeface="Liberation Sans"/>
              </a:defRPr>
            </a:lvl1pPr>
            <a:lvl2pPr>
              <a:defRPr sz="2250" b="1">
                <a:solidFill>
                  <a:srgbClr val="203F35"/>
                </a:solidFill>
                <a:latin typeface="Liberation Sans"/>
                <a:ea typeface="Liberation Sans"/>
                <a:cs typeface="Liberation Sans"/>
              </a:defRPr>
            </a:lvl2pPr>
            <a:lvl3pPr>
              <a:defRPr sz="2250" b="1">
                <a:solidFill>
                  <a:srgbClr val="203F35"/>
                </a:solidFill>
                <a:latin typeface="Liberation Sans"/>
                <a:ea typeface="Liberation Sans"/>
                <a:cs typeface="Liberation Sans"/>
              </a:defRPr>
            </a:lvl3pPr>
            <a:lvl4pPr>
              <a:defRPr sz="2250" b="1">
                <a:solidFill>
                  <a:srgbClr val="203F35"/>
                </a:solidFill>
                <a:latin typeface="Liberation Sans"/>
                <a:ea typeface="Liberation Sans"/>
                <a:cs typeface="Liberation Sans"/>
              </a:defRPr>
            </a:lvl4pPr>
            <a:lvl5pPr>
              <a:defRPr sz="2250" b="1">
                <a:solidFill>
                  <a:srgbClr val="203F35"/>
                </a:solidFill>
                <a:latin typeface="Liberation Sans"/>
                <a:ea typeface="Liberation Sans"/>
                <a:cs typeface="Liberation Sans"/>
              </a:defRPr>
            </a:lvl5pPr>
            <a:lvl6pPr>
              <a:defRPr sz="2250" b="1">
                <a:solidFill>
                  <a:srgbClr val="203F35"/>
                </a:solidFill>
                <a:latin typeface="Liberation Sans"/>
                <a:ea typeface="Liberation Sans"/>
                <a:cs typeface="Liberation Sans"/>
              </a:defRPr>
            </a:lvl6pPr>
            <a:lvl7pPr>
              <a:defRPr sz="2250" b="1">
                <a:solidFill>
                  <a:srgbClr val="203F35"/>
                </a:solidFill>
                <a:latin typeface="Liberation Sans"/>
                <a:ea typeface="Liberation Sans"/>
                <a:cs typeface="Liberation Sans"/>
              </a:defRPr>
            </a:lvl7pPr>
            <a:lvl8pPr>
              <a:defRPr sz="2250" b="1">
                <a:solidFill>
                  <a:srgbClr val="203F35"/>
                </a:solidFill>
                <a:latin typeface="Liberation Sans"/>
                <a:ea typeface="Liberation Sans"/>
                <a:cs typeface="Liberation Sans"/>
              </a:defRPr>
            </a:lvl8pPr>
            <a:lvl9pPr>
              <a:defRPr sz="2250" b="1">
                <a:solidFill>
                  <a:srgbClr val="203F35"/>
                </a:solidFill>
                <a:latin typeface="Liberation Sans"/>
                <a:ea typeface="Liberation Sans"/>
                <a:cs typeface="Liberation Sans"/>
              </a:defRPr>
            </a:lvl9pPr>
          </a:lstStyle>
          <a:p xmlns:a="http://schemas.openxmlformats.org/drawingml/2006/main">
            <a:pPr>
              <a:defRPr sz="2250" b="1">
                <a:solidFill>
                  <a:srgbClr val="203F35"/>
                </a:solidFill>
                <a:latin typeface="Liberation Sans"/>
                <a:ea typeface="Liberation Sans"/>
                <a:cs typeface="Liberation Sans"/>
              </a:defRPr>
            </a:pPr>
            <a:r>
              <a:rPr sz="2250" b="1">
                <a:solidFill>
                  <a:srgbClr val="203F35"/>
                </a:solidFill>
                <a:latin typeface="Liberation Sans"/>
                <a:ea typeface="Liberation Sans"/>
                <a:cs typeface="Liberation Sans"/>
              </a:rPr>
              <a:t>conversationId + createdAt + _id</a:t>
            </a:r>
          </a:p>
        </p:txBody>
      </p:sp>
      <p:sp>
        <p:nvSpPr>
          <p:cNvPr id="5" name="">
            <a:extLst xmlns:a="http://schemas.openxmlformats.org/drawingml/2006/main">
              <a:ext uri="{FF2B5EF4-FFF2-40B4-BE49-F238E27FC236}">
                <a16:creationId xmlns:a16="http://schemas.microsoft.com/office/drawing/2014/main" id="{68E08BA5-0A94-4416-A065-AEBAE396F648}"/>
              </a:ext>
            </a:extLst>
          </p:cNvPr>
          <p:cNvSpPr>
            <a:spLocks xmlns:a="http://schemas.openxmlformats.org/drawingml/2006/main" noGrp="1"/>
          </p:cNvSpPr>
          <p:nvPr/>
        </p:nvSpPr>
        <p:spPr>
          <a:xfrm xmlns:a="http://schemas.openxmlformats.org/drawingml/2006/main">
            <a:off x="3810000" y="2019300"/>
            <a:ext cx="771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Stable pages, including tied timestamps</a:t>
            </a:r>
          </a:p>
        </p:txBody>
      </p:sp>
      <p:sp>
        <p:nvSpPr>
          <p:cNvPr id="6" name="">
            <a:extLst xmlns:a="http://schemas.openxmlformats.org/drawingml/2006/main">
              <a:ext uri="{FF2B5EF4-FFF2-40B4-BE49-F238E27FC236}">
                <a16:creationId xmlns:a16="http://schemas.microsoft.com/office/drawing/2014/main" id="{36C6DD1E-D156-46AE-9252-17EBF90AD27B}"/>
              </a:ext>
            </a:extLst>
          </p:cNvPr>
          <p:cNvSpPr>
            <a:spLocks xmlns:a="http://schemas.openxmlformats.org/drawingml/2006/main" noGrp="1"/>
          </p:cNvSpPr>
          <p:nvPr/>
        </p:nvSpPr>
        <p:spPr>
          <a:xfrm xmlns:a="http://schemas.openxmlformats.org/drawingml/2006/main">
            <a:off x="609600" y="270510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03F35"/>
                </a:solidFill>
                <a:latin typeface="Liberation Sans"/>
                <a:ea typeface="Liberation Sans"/>
                <a:cs typeface="Liberation Sans"/>
              </a:defRPr>
            </a:defPPr>
            <a:lvl1pPr>
              <a:defRPr sz="2325" b="1">
                <a:solidFill>
                  <a:srgbClr val="203F35"/>
                </a:solidFill>
                <a:latin typeface="Liberation Sans"/>
                <a:ea typeface="Liberation Sans"/>
                <a:cs typeface="Liberation Sans"/>
              </a:defRPr>
            </a:lvl1pPr>
            <a:lvl2pPr>
              <a:defRPr sz="2325" b="1">
                <a:solidFill>
                  <a:srgbClr val="203F35"/>
                </a:solidFill>
                <a:latin typeface="Liberation Sans"/>
                <a:ea typeface="Liberation Sans"/>
                <a:cs typeface="Liberation Sans"/>
              </a:defRPr>
            </a:lvl2pPr>
            <a:lvl3pPr>
              <a:defRPr sz="2325" b="1">
                <a:solidFill>
                  <a:srgbClr val="203F35"/>
                </a:solidFill>
                <a:latin typeface="Liberation Sans"/>
                <a:ea typeface="Liberation Sans"/>
                <a:cs typeface="Liberation Sans"/>
              </a:defRPr>
            </a:lvl3pPr>
            <a:lvl4pPr>
              <a:defRPr sz="2325" b="1">
                <a:solidFill>
                  <a:srgbClr val="203F35"/>
                </a:solidFill>
                <a:latin typeface="Liberation Sans"/>
                <a:ea typeface="Liberation Sans"/>
                <a:cs typeface="Liberation Sans"/>
              </a:defRPr>
            </a:lvl4pPr>
            <a:lvl5pPr>
              <a:defRPr sz="2325" b="1">
                <a:solidFill>
                  <a:srgbClr val="203F35"/>
                </a:solidFill>
                <a:latin typeface="Liberation Sans"/>
                <a:ea typeface="Liberation Sans"/>
                <a:cs typeface="Liberation Sans"/>
              </a:defRPr>
            </a:lvl5pPr>
            <a:lvl6pPr>
              <a:defRPr sz="2325" b="1">
                <a:solidFill>
                  <a:srgbClr val="203F35"/>
                </a:solidFill>
                <a:latin typeface="Liberation Sans"/>
                <a:ea typeface="Liberation Sans"/>
                <a:cs typeface="Liberation Sans"/>
              </a:defRPr>
            </a:lvl6pPr>
            <a:lvl7pPr>
              <a:defRPr sz="2325" b="1">
                <a:solidFill>
                  <a:srgbClr val="203F35"/>
                </a:solidFill>
                <a:latin typeface="Liberation Sans"/>
                <a:ea typeface="Liberation Sans"/>
                <a:cs typeface="Liberation Sans"/>
              </a:defRPr>
            </a:lvl7pPr>
            <a:lvl8pPr>
              <a:defRPr sz="2325" b="1">
                <a:solidFill>
                  <a:srgbClr val="203F35"/>
                </a:solidFill>
                <a:latin typeface="Liberation Sans"/>
                <a:ea typeface="Liberation Sans"/>
                <a:cs typeface="Liberation Sans"/>
              </a:defRPr>
            </a:lvl8pPr>
            <a:lvl9pPr>
              <a:defRPr sz="2325" b="1">
                <a:solidFill>
                  <a:srgbClr val="203F35"/>
                </a:solidFill>
                <a:latin typeface="Liberation Sans"/>
                <a:ea typeface="Liberation Sans"/>
                <a:cs typeface="Liberation Sans"/>
              </a:defRPr>
            </a:lvl9pPr>
          </a:lstStyle>
          <a:p xmlns:a="http://schemas.openxmlformats.org/drawingml/2006/main">
            <a:pPr>
              <a:defRPr sz="2325" b="1">
                <a:solidFill>
                  <a:srgbClr val="203F35"/>
                </a:solidFill>
                <a:latin typeface="Liberation Sans"/>
                <a:ea typeface="Liberation Sans"/>
                <a:cs typeface="Liberation Sans"/>
              </a:defRPr>
            </a:pPr>
            <a:r>
              <a:rPr sz="2325" b="1">
                <a:solidFill>
                  <a:srgbClr val="203F35"/>
                </a:solidFill>
                <a:latin typeface="Liberation Sans"/>
                <a:ea typeface="Liberation Sans"/>
                <a:cs typeface="Liberation Sans"/>
              </a:rPr>
              <a:t>Conversation list</a:t>
            </a:r>
          </a:p>
        </p:txBody>
      </p:sp>
      <p:sp>
        <p:nvSpPr>
          <p:cNvPr id="7" name="">
            <a:extLst xmlns:a="http://schemas.openxmlformats.org/drawingml/2006/main">
              <a:ext uri="{FF2B5EF4-FFF2-40B4-BE49-F238E27FC236}">
                <a16:creationId xmlns:a16="http://schemas.microsoft.com/office/drawing/2014/main" id="{7C7024E7-E5BB-42A8-A6C8-E40D739699EA}"/>
              </a:ext>
            </a:extLst>
          </p:cNvPr>
          <p:cNvSpPr>
            <a:spLocks xmlns:a="http://schemas.openxmlformats.org/drawingml/2006/main" noGrp="1"/>
          </p:cNvSpPr>
          <p:nvPr/>
        </p:nvSpPr>
        <p:spPr>
          <a:xfrm xmlns:a="http://schemas.openxmlformats.org/drawingml/2006/main">
            <a:off x="3810000" y="2705100"/>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3F35"/>
                </a:solidFill>
                <a:latin typeface="Liberation Sans"/>
                <a:ea typeface="Liberation Sans"/>
                <a:cs typeface="Liberation Sans"/>
              </a:defRPr>
            </a:defPPr>
            <a:lvl1pPr>
              <a:defRPr sz="2250" b="1">
                <a:solidFill>
                  <a:srgbClr val="203F35"/>
                </a:solidFill>
                <a:latin typeface="Liberation Sans"/>
                <a:ea typeface="Liberation Sans"/>
                <a:cs typeface="Liberation Sans"/>
              </a:defRPr>
            </a:lvl1pPr>
            <a:lvl2pPr>
              <a:defRPr sz="2250" b="1">
                <a:solidFill>
                  <a:srgbClr val="203F35"/>
                </a:solidFill>
                <a:latin typeface="Liberation Sans"/>
                <a:ea typeface="Liberation Sans"/>
                <a:cs typeface="Liberation Sans"/>
              </a:defRPr>
            </a:lvl2pPr>
            <a:lvl3pPr>
              <a:defRPr sz="2250" b="1">
                <a:solidFill>
                  <a:srgbClr val="203F35"/>
                </a:solidFill>
                <a:latin typeface="Liberation Sans"/>
                <a:ea typeface="Liberation Sans"/>
                <a:cs typeface="Liberation Sans"/>
              </a:defRPr>
            </a:lvl3pPr>
            <a:lvl4pPr>
              <a:defRPr sz="2250" b="1">
                <a:solidFill>
                  <a:srgbClr val="203F35"/>
                </a:solidFill>
                <a:latin typeface="Liberation Sans"/>
                <a:ea typeface="Liberation Sans"/>
                <a:cs typeface="Liberation Sans"/>
              </a:defRPr>
            </a:lvl4pPr>
            <a:lvl5pPr>
              <a:defRPr sz="2250" b="1">
                <a:solidFill>
                  <a:srgbClr val="203F35"/>
                </a:solidFill>
                <a:latin typeface="Liberation Sans"/>
                <a:ea typeface="Liberation Sans"/>
                <a:cs typeface="Liberation Sans"/>
              </a:defRPr>
            </a:lvl5pPr>
            <a:lvl6pPr>
              <a:defRPr sz="2250" b="1">
                <a:solidFill>
                  <a:srgbClr val="203F35"/>
                </a:solidFill>
                <a:latin typeface="Liberation Sans"/>
                <a:ea typeface="Liberation Sans"/>
                <a:cs typeface="Liberation Sans"/>
              </a:defRPr>
            </a:lvl6pPr>
            <a:lvl7pPr>
              <a:defRPr sz="2250" b="1">
                <a:solidFill>
                  <a:srgbClr val="203F35"/>
                </a:solidFill>
                <a:latin typeface="Liberation Sans"/>
                <a:ea typeface="Liberation Sans"/>
                <a:cs typeface="Liberation Sans"/>
              </a:defRPr>
            </a:lvl7pPr>
            <a:lvl8pPr>
              <a:defRPr sz="2250" b="1">
                <a:solidFill>
                  <a:srgbClr val="203F35"/>
                </a:solidFill>
                <a:latin typeface="Liberation Sans"/>
                <a:ea typeface="Liberation Sans"/>
                <a:cs typeface="Liberation Sans"/>
              </a:defRPr>
            </a:lvl8pPr>
            <a:lvl9pPr>
              <a:defRPr sz="2250" b="1">
                <a:solidFill>
                  <a:srgbClr val="203F35"/>
                </a:solidFill>
                <a:latin typeface="Liberation Sans"/>
                <a:ea typeface="Liberation Sans"/>
                <a:cs typeface="Liberation Sans"/>
              </a:defRPr>
            </a:lvl9pPr>
          </a:lstStyle>
          <a:p xmlns:a="http://schemas.openxmlformats.org/drawingml/2006/main">
            <a:pPr>
              <a:defRPr sz="2250" b="1">
                <a:solidFill>
                  <a:srgbClr val="203F35"/>
                </a:solidFill>
                <a:latin typeface="Liberation Sans"/>
                <a:ea typeface="Liberation Sans"/>
                <a:cs typeface="Liberation Sans"/>
              </a:defRPr>
            </a:pPr>
            <a:r>
              <a:rPr sz="2250" b="1">
                <a:solidFill>
                  <a:srgbClr val="203F35"/>
                </a:solidFill>
                <a:latin typeface="Liberation Sans"/>
                <a:ea typeface="Liberation Sans"/>
                <a:cs typeface="Liberation Sans"/>
              </a:rPr>
              <a:t>participants + updatedAt</a:t>
            </a:r>
          </a:p>
        </p:txBody>
      </p:sp>
      <p:sp>
        <p:nvSpPr>
          <p:cNvPr id="8" name="">
            <a:extLst xmlns:a="http://schemas.openxmlformats.org/drawingml/2006/main">
              <a:ext uri="{FF2B5EF4-FFF2-40B4-BE49-F238E27FC236}">
                <a16:creationId xmlns:a16="http://schemas.microsoft.com/office/drawing/2014/main" id="{684FB4DA-51CA-40EE-9A36-C34D214FFE9A}"/>
              </a:ext>
            </a:extLst>
          </p:cNvPr>
          <p:cNvSpPr>
            <a:spLocks xmlns:a="http://schemas.openxmlformats.org/drawingml/2006/main" noGrp="1"/>
          </p:cNvSpPr>
          <p:nvPr/>
        </p:nvSpPr>
        <p:spPr>
          <a:xfrm xmlns:a="http://schemas.openxmlformats.org/drawingml/2006/main">
            <a:off x="3810000" y="3152775"/>
            <a:ext cx="771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Recent chats for a member</a:t>
            </a:r>
          </a:p>
        </p:txBody>
      </p:sp>
      <p:sp>
        <p:nvSpPr>
          <p:cNvPr id="9" name="">
            <a:extLst xmlns:a="http://schemas.openxmlformats.org/drawingml/2006/main">
              <a:ext uri="{FF2B5EF4-FFF2-40B4-BE49-F238E27FC236}">
                <a16:creationId xmlns:a16="http://schemas.microsoft.com/office/drawing/2014/main" id="{BE6F0194-FED1-4791-80A7-04DA12D64E6F}"/>
              </a:ext>
            </a:extLst>
          </p:cNvPr>
          <p:cNvSpPr>
            <a:spLocks xmlns:a="http://schemas.openxmlformats.org/drawingml/2006/main" noGrp="1"/>
          </p:cNvSpPr>
          <p:nvPr/>
        </p:nvSpPr>
        <p:spPr>
          <a:xfrm xmlns:a="http://schemas.openxmlformats.org/drawingml/2006/main">
            <a:off x="609600" y="3838575"/>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03F35"/>
                </a:solidFill>
                <a:latin typeface="Liberation Sans"/>
                <a:ea typeface="Liberation Sans"/>
                <a:cs typeface="Liberation Sans"/>
              </a:defRPr>
            </a:defPPr>
            <a:lvl1pPr>
              <a:defRPr sz="2325" b="1">
                <a:solidFill>
                  <a:srgbClr val="203F35"/>
                </a:solidFill>
                <a:latin typeface="Liberation Sans"/>
                <a:ea typeface="Liberation Sans"/>
                <a:cs typeface="Liberation Sans"/>
              </a:defRPr>
            </a:lvl1pPr>
            <a:lvl2pPr>
              <a:defRPr sz="2325" b="1">
                <a:solidFill>
                  <a:srgbClr val="203F35"/>
                </a:solidFill>
                <a:latin typeface="Liberation Sans"/>
                <a:ea typeface="Liberation Sans"/>
                <a:cs typeface="Liberation Sans"/>
              </a:defRPr>
            </a:lvl2pPr>
            <a:lvl3pPr>
              <a:defRPr sz="2325" b="1">
                <a:solidFill>
                  <a:srgbClr val="203F35"/>
                </a:solidFill>
                <a:latin typeface="Liberation Sans"/>
                <a:ea typeface="Liberation Sans"/>
                <a:cs typeface="Liberation Sans"/>
              </a:defRPr>
            </a:lvl3pPr>
            <a:lvl4pPr>
              <a:defRPr sz="2325" b="1">
                <a:solidFill>
                  <a:srgbClr val="203F35"/>
                </a:solidFill>
                <a:latin typeface="Liberation Sans"/>
                <a:ea typeface="Liberation Sans"/>
                <a:cs typeface="Liberation Sans"/>
              </a:defRPr>
            </a:lvl4pPr>
            <a:lvl5pPr>
              <a:defRPr sz="2325" b="1">
                <a:solidFill>
                  <a:srgbClr val="203F35"/>
                </a:solidFill>
                <a:latin typeface="Liberation Sans"/>
                <a:ea typeface="Liberation Sans"/>
                <a:cs typeface="Liberation Sans"/>
              </a:defRPr>
            </a:lvl5pPr>
            <a:lvl6pPr>
              <a:defRPr sz="2325" b="1">
                <a:solidFill>
                  <a:srgbClr val="203F35"/>
                </a:solidFill>
                <a:latin typeface="Liberation Sans"/>
                <a:ea typeface="Liberation Sans"/>
                <a:cs typeface="Liberation Sans"/>
              </a:defRPr>
            </a:lvl6pPr>
            <a:lvl7pPr>
              <a:defRPr sz="2325" b="1">
                <a:solidFill>
                  <a:srgbClr val="203F35"/>
                </a:solidFill>
                <a:latin typeface="Liberation Sans"/>
                <a:ea typeface="Liberation Sans"/>
                <a:cs typeface="Liberation Sans"/>
              </a:defRPr>
            </a:lvl7pPr>
            <a:lvl8pPr>
              <a:defRPr sz="2325" b="1">
                <a:solidFill>
                  <a:srgbClr val="203F35"/>
                </a:solidFill>
                <a:latin typeface="Liberation Sans"/>
                <a:ea typeface="Liberation Sans"/>
                <a:cs typeface="Liberation Sans"/>
              </a:defRPr>
            </a:lvl8pPr>
            <a:lvl9pPr>
              <a:defRPr sz="2325" b="1">
                <a:solidFill>
                  <a:srgbClr val="203F35"/>
                </a:solidFill>
                <a:latin typeface="Liberation Sans"/>
                <a:ea typeface="Liberation Sans"/>
                <a:cs typeface="Liberation Sans"/>
              </a:defRPr>
            </a:lvl9pPr>
          </a:lstStyle>
          <a:p xmlns:a="http://schemas.openxmlformats.org/drawingml/2006/main">
            <a:pPr>
              <a:defRPr sz="2325" b="1">
                <a:solidFill>
                  <a:srgbClr val="203F35"/>
                </a:solidFill>
                <a:latin typeface="Liberation Sans"/>
                <a:ea typeface="Liberation Sans"/>
                <a:cs typeface="Liberation Sans"/>
              </a:defRPr>
            </a:pPr>
            <a:r>
              <a:rPr sz="2325" b="1">
                <a:solidFill>
                  <a:srgbClr val="203F35"/>
                </a:solidFill>
                <a:latin typeface="Liberation Sans"/>
                <a:ea typeface="Liberation Sans"/>
                <a:cs typeface="Liberation Sans"/>
              </a:rPr>
              <a:t>Direct chat identity</a:t>
            </a:r>
          </a:p>
        </p:txBody>
      </p:sp>
      <p:sp>
        <p:nvSpPr>
          <p:cNvPr id="10" name="">
            <a:extLst xmlns:a="http://schemas.openxmlformats.org/drawingml/2006/main">
              <a:ext uri="{FF2B5EF4-FFF2-40B4-BE49-F238E27FC236}">
                <a16:creationId xmlns:a16="http://schemas.microsoft.com/office/drawing/2014/main" id="{D571D7CB-0550-48EC-95A0-E22C85953F4D}"/>
              </a:ext>
            </a:extLst>
          </p:cNvPr>
          <p:cNvSpPr>
            <a:spLocks xmlns:a="http://schemas.openxmlformats.org/drawingml/2006/main" noGrp="1"/>
          </p:cNvSpPr>
          <p:nvPr/>
        </p:nvSpPr>
        <p:spPr>
          <a:xfrm xmlns:a="http://schemas.openxmlformats.org/drawingml/2006/main">
            <a:off x="3810000" y="3838575"/>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3F35"/>
                </a:solidFill>
                <a:latin typeface="Liberation Sans"/>
                <a:ea typeface="Liberation Sans"/>
                <a:cs typeface="Liberation Sans"/>
              </a:defRPr>
            </a:defPPr>
            <a:lvl1pPr>
              <a:defRPr sz="2250" b="1">
                <a:solidFill>
                  <a:srgbClr val="203F35"/>
                </a:solidFill>
                <a:latin typeface="Liberation Sans"/>
                <a:ea typeface="Liberation Sans"/>
                <a:cs typeface="Liberation Sans"/>
              </a:defRPr>
            </a:lvl1pPr>
            <a:lvl2pPr>
              <a:defRPr sz="2250" b="1">
                <a:solidFill>
                  <a:srgbClr val="203F35"/>
                </a:solidFill>
                <a:latin typeface="Liberation Sans"/>
                <a:ea typeface="Liberation Sans"/>
                <a:cs typeface="Liberation Sans"/>
              </a:defRPr>
            </a:lvl2pPr>
            <a:lvl3pPr>
              <a:defRPr sz="2250" b="1">
                <a:solidFill>
                  <a:srgbClr val="203F35"/>
                </a:solidFill>
                <a:latin typeface="Liberation Sans"/>
                <a:ea typeface="Liberation Sans"/>
                <a:cs typeface="Liberation Sans"/>
              </a:defRPr>
            </a:lvl3pPr>
            <a:lvl4pPr>
              <a:defRPr sz="2250" b="1">
                <a:solidFill>
                  <a:srgbClr val="203F35"/>
                </a:solidFill>
                <a:latin typeface="Liberation Sans"/>
                <a:ea typeface="Liberation Sans"/>
                <a:cs typeface="Liberation Sans"/>
              </a:defRPr>
            </a:lvl4pPr>
            <a:lvl5pPr>
              <a:defRPr sz="2250" b="1">
                <a:solidFill>
                  <a:srgbClr val="203F35"/>
                </a:solidFill>
                <a:latin typeface="Liberation Sans"/>
                <a:ea typeface="Liberation Sans"/>
                <a:cs typeface="Liberation Sans"/>
              </a:defRPr>
            </a:lvl5pPr>
            <a:lvl6pPr>
              <a:defRPr sz="2250" b="1">
                <a:solidFill>
                  <a:srgbClr val="203F35"/>
                </a:solidFill>
                <a:latin typeface="Liberation Sans"/>
                <a:ea typeface="Liberation Sans"/>
                <a:cs typeface="Liberation Sans"/>
              </a:defRPr>
            </a:lvl6pPr>
            <a:lvl7pPr>
              <a:defRPr sz="2250" b="1">
                <a:solidFill>
                  <a:srgbClr val="203F35"/>
                </a:solidFill>
                <a:latin typeface="Liberation Sans"/>
                <a:ea typeface="Liberation Sans"/>
                <a:cs typeface="Liberation Sans"/>
              </a:defRPr>
            </a:lvl7pPr>
            <a:lvl8pPr>
              <a:defRPr sz="2250" b="1">
                <a:solidFill>
                  <a:srgbClr val="203F35"/>
                </a:solidFill>
                <a:latin typeface="Liberation Sans"/>
                <a:ea typeface="Liberation Sans"/>
                <a:cs typeface="Liberation Sans"/>
              </a:defRPr>
            </a:lvl8pPr>
            <a:lvl9pPr>
              <a:defRPr sz="2250" b="1">
                <a:solidFill>
                  <a:srgbClr val="203F35"/>
                </a:solidFill>
                <a:latin typeface="Liberation Sans"/>
                <a:ea typeface="Liberation Sans"/>
                <a:cs typeface="Liberation Sans"/>
              </a:defRPr>
            </a:lvl9pPr>
          </a:lstStyle>
          <a:p xmlns:a="http://schemas.openxmlformats.org/drawingml/2006/main">
            <a:pPr>
              <a:defRPr sz="2250" b="1">
                <a:solidFill>
                  <a:srgbClr val="203F35"/>
                </a:solidFill>
                <a:latin typeface="Liberation Sans"/>
                <a:ea typeface="Liberation Sans"/>
                <a:cs typeface="Liberation Sans"/>
              </a:defRPr>
            </a:pPr>
            <a:r>
              <a:rPr sz="2250" b="1">
                <a:solidFill>
                  <a:srgbClr val="203F35"/>
                </a:solidFill>
                <a:latin typeface="Liberation Sans"/>
                <a:ea typeface="Liberation Sans"/>
                <a:cs typeface="Liberation Sans"/>
              </a:rPr>
              <a:t>unique directKey</a:t>
            </a:r>
          </a:p>
        </p:txBody>
      </p:sp>
      <p:sp>
        <p:nvSpPr>
          <p:cNvPr id="11" name="">
            <a:extLst xmlns:a="http://schemas.openxmlformats.org/drawingml/2006/main">
              <a:ext uri="{FF2B5EF4-FFF2-40B4-BE49-F238E27FC236}">
                <a16:creationId xmlns:a16="http://schemas.microsoft.com/office/drawing/2014/main" id="{E5E0CE23-60B3-424D-854A-50AC922F8F8A}"/>
              </a:ext>
            </a:extLst>
          </p:cNvPr>
          <p:cNvSpPr>
            <a:spLocks xmlns:a="http://schemas.openxmlformats.org/drawingml/2006/main" noGrp="1"/>
          </p:cNvSpPr>
          <p:nvPr/>
        </p:nvSpPr>
        <p:spPr>
          <a:xfrm xmlns:a="http://schemas.openxmlformats.org/drawingml/2006/main">
            <a:off x="3810000" y="4286250"/>
            <a:ext cx="771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One record for each pair of users</a:t>
            </a:r>
          </a:p>
        </p:txBody>
      </p:sp>
      <p:sp>
        <p:nvSpPr>
          <p:cNvPr id="12" name="">
            <a:extLst xmlns:a="http://schemas.openxmlformats.org/drawingml/2006/main">
              <a:ext uri="{FF2B5EF4-FFF2-40B4-BE49-F238E27FC236}">
                <a16:creationId xmlns:a16="http://schemas.microsoft.com/office/drawing/2014/main" id="{E06CD995-8693-43FB-B656-0CA23A9AACA2}"/>
              </a:ext>
            </a:extLst>
          </p:cNvPr>
          <p:cNvSpPr>
            <a:spLocks xmlns:a="http://schemas.openxmlformats.org/drawingml/2006/main" noGrp="1"/>
          </p:cNvSpPr>
          <p:nvPr/>
        </p:nvSpPr>
        <p:spPr>
          <a:xfrm xmlns:a="http://schemas.openxmlformats.org/drawingml/2006/main">
            <a:off x="609600" y="497205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03F35"/>
                </a:solidFill>
                <a:latin typeface="Liberation Sans"/>
                <a:ea typeface="Liberation Sans"/>
                <a:cs typeface="Liberation Sans"/>
              </a:defRPr>
            </a:defPPr>
            <a:lvl1pPr>
              <a:defRPr sz="2325" b="1">
                <a:solidFill>
                  <a:srgbClr val="203F35"/>
                </a:solidFill>
                <a:latin typeface="Liberation Sans"/>
                <a:ea typeface="Liberation Sans"/>
                <a:cs typeface="Liberation Sans"/>
              </a:defRPr>
            </a:lvl1pPr>
            <a:lvl2pPr>
              <a:defRPr sz="2325" b="1">
                <a:solidFill>
                  <a:srgbClr val="203F35"/>
                </a:solidFill>
                <a:latin typeface="Liberation Sans"/>
                <a:ea typeface="Liberation Sans"/>
                <a:cs typeface="Liberation Sans"/>
              </a:defRPr>
            </a:lvl2pPr>
            <a:lvl3pPr>
              <a:defRPr sz="2325" b="1">
                <a:solidFill>
                  <a:srgbClr val="203F35"/>
                </a:solidFill>
                <a:latin typeface="Liberation Sans"/>
                <a:ea typeface="Liberation Sans"/>
                <a:cs typeface="Liberation Sans"/>
              </a:defRPr>
            </a:lvl3pPr>
            <a:lvl4pPr>
              <a:defRPr sz="2325" b="1">
                <a:solidFill>
                  <a:srgbClr val="203F35"/>
                </a:solidFill>
                <a:latin typeface="Liberation Sans"/>
                <a:ea typeface="Liberation Sans"/>
                <a:cs typeface="Liberation Sans"/>
              </a:defRPr>
            </a:lvl4pPr>
            <a:lvl5pPr>
              <a:defRPr sz="2325" b="1">
                <a:solidFill>
                  <a:srgbClr val="203F35"/>
                </a:solidFill>
                <a:latin typeface="Liberation Sans"/>
                <a:ea typeface="Liberation Sans"/>
                <a:cs typeface="Liberation Sans"/>
              </a:defRPr>
            </a:lvl5pPr>
            <a:lvl6pPr>
              <a:defRPr sz="2325" b="1">
                <a:solidFill>
                  <a:srgbClr val="203F35"/>
                </a:solidFill>
                <a:latin typeface="Liberation Sans"/>
                <a:ea typeface="Liberation Sans"/>
                <a:cs typeface="Liberation Sans"/>
              </a:defRPr>
            </a:lvl6pPr>
            <a:lvl7pPr>
              <a:defRPr sz="2325" b="1">
                <a:solidFill>
                  <a:srgbClr val="203F35"/>
                </a:solidFill>
                <a:latin typeface="Liberation Sans"/>
                <a:ea typeface="Liberation Sans"/>
                <a:cs typeface="Liberation Sans"/>
              </a:defRPr>
            </a:lvl7pPr>
            <a:lvl8pPr>
              <a:defRPr sz="2325" b="1">
                <a:solidFill>
                  <a:srgbClr val="203F35"/>
                </a:solidFill>
                <a:latin typeface="Liberation Sans"/>
                <a:ea typeface="Liberation Sans"/>
                <a:cs typeface="Liberation Sans"/>
              </a:defRPr>
            </a:lvl8pPr>
            <a:lvl9pPr>
              <a:defRPr sz="2325" b="1">
                <a:solidFill>
                  <a:srgbClr val="203F35"/>
                </a:solidFill>
                <a:latin typeface="Liberation Sans"/>
                <a:ea typeface="Liberation Sans"/>
                <a:cs typeface="Liberation Sans"/>
              </a:defRPr>
            </a:lvl9pPr>
          </a:lstStyle>
          <a:p xmlns:a="http://schemas.openxmlformats.org/drawingml/2006/main">
            <a:pPr>
              <a:defRPr sz="2325" b="1">
                <a:solidFill>
                  <a:srgbClr val="203F35"/>
                </a:solidFill>
                <a:latin typeface="Liberation Sans"/>
                <a:ea typeface="Liberation Sans"/>
                <a:cs typeface="Liberation Sans"/>
              </a:defRPr>
            </a:pPr>
            <a:r>
              <a:rPr sz="2325" b="1">
                <a:solidFill>
                  <a:srgbClr val="203F35"/>
                </a:solidFill>
                <a:latin typeface="Liberation Sans"/>
                <a:ea typeface="Liberation Sans"/>
                <a:cs typeface="Liberation Sans"/>
              </a:rPr>
              <a:t>Message search</a:t>
            </a:r>
          </a:p>
        </p:txBody>
      </p:sp>
      <p:sp>
        <p:nvSpPr>
          <p:cNvPr id="13" name="">
            <a:extLst xmlns:a="http://schemas.openxmlformats.org/drawingml/2006/main">
              <a:ext uri="{FF2B5EF4-FFF2-40B4-BE49-F238E27FC236}">
                <a16:creationId xmlns:a16="http://schemas.microsoft.com/office/drawing/2014/main" id="{F999C1B7-25D3-4C8A-BB1B-906A4204B935}"/>
              </a:ext>
            </a:extLst>
          </p:cNvPr>
          <p:cNvSpPr>
            <a:spLocks xmlns:a="http://schemas.openxmlformats.org/drawingml/2006/main" noGrp="1"/>
          </p:cNvSpPr>
          <p:nvPr/>
        </p:nvSpPr>
        <p:spPr>
          <a:xfrm xmlns:a="http://schemas.openxmlformats.org/drawingml/2006/main">
            <a:off x="3810000" y="4972050"/>
            <a:ext cx="771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3F35"/>
                </a:solidFill>
                <a:latin typeface="Liberation Sans"/>
                <a:ea typeface="Liberation Sans"/>
                <a:cs typeface="Liberation Sans"/>
              </a:defRPr>
            </a:defPPr>
            <a:lvl1pPr>
              <a:defRPr sz="2250" b="1">
                <a:solidFill>
                  <a:srgbClr val="203F35"/>
                </a:solidFill>
                <a:latin typeface="Liberation Sans"/>
                <a:ea typeface="Liberation Sans"/>
                <a:cs typeface="Liberation Sans"/>
              </a:defRPr>
            </a:lvl1pPr>
            <a:lvl2pPr>
              <a:defRPr sz="2250" b="1">
                <a:solidFill>
                  <a:srgbClr val="203F35"/>
                </a:solidFill>
                <a:latin typeface="Liberation Sans"/>
                <a:ea typeface="Liberation Sans"/>
                <a:cs typeface="Liberation Sans"/>
              </a:defRPr>
            </a:lvl2pPr>
            <a:lvl3pPr>
              <a:defRPr sz="2250" b="1">
                <a:solidFill>
                  <a:srgbClr val="203F35"/>
                </a:solidFill>
                <a:latin typeface="Liberation Sans"/>
                <a:ea typeface="Liberation Sans"/>
                <a:cs typeface="Liberation Sans"/>
              </a:defRPr>
            </a:lvl3pPr>
            <a:lvl4pPr>
              <a:defRPr sz="2250" b="1">
                <a:solidFill>
                  <a:srgbClr val="203F35"/>
                </a:solidFill>
                <a:latin typeface="Liberation Sans"/>
                <a:ea typeface="Liberation Sans"/>
                <a:cs typeface="Liberation Sans"/>
              </a:defRPr>
            </a:lvl4pPr>
            <a:lvl5pPr>
              <a:defRPr sz="2250" b="1">
                <a:solidFill>
                  <a:srgbClr val="203F35"/>
                </a:solidFill>
                <a:latin typeface="Liberation Sans"/>
                <a:ea typeface="Liberation Sans"/>
                <a:cs typeface="Liberation Sans"/>
              </a:defRPr>
            </a:lvl5pPr>
            <a:lvl6pPr>
              <a:defRPr sz="2250" b="1">
                <a:solidFill>
                  <a:srgbClr val="203F35"/>
                </a:solidFill>
                <a:latin typeface="Liberation Sans"/>
                <a:ea typeface="Liberation Sans"/>
                <a:cs typeface="Liberation Sans"/>
              </a:defRPr>
            </a:lvl6pPr>
            <a:lvl7pPr>
              <a:defRPr sz="2250" b="1">
                <a:solidFill>
                  <a:srgbClr val="203F35"/>
                </a:solidFill>
                <a:latin typeface="Liberation Sans"/>
                <a:ea typeface="Liberation Sans"/>
                <a:cs typeface="Liberation Sans"/>
              </a:defRPr>
            </a:lvl7pPr>
            <a:lvl8pPr>
              <a:defRPr sz="2250" b="1">
                <a:solidFill>
                  <a:srgbClr val="203F35"/>
                </a:solidFill>
                <a:latin typeface="Liberation Sans"/>
                <a:ea typeface="Liberation Sans"/>
                <a:cs typeface="Liberation Sans"/>
              </a:defRPr>
            </a:lvl8pPr>
            <a:lvl9pPr>
              <a:defRPr sz="2250" b="1">
                <a:solidFill>
                  <a:srgbClr val="203F35"/>
                </a:solidFill>
                <a:latin typeface="Liberation Sans"/>
                <a:ea typeface="Liberation Sans"/>
                <a:cs typeface="Liberation Sans"/>
              </a:defRPr>
            </a:lvl9pPr>
          </a:lstStyle>
          <a:p xmlns:a="http://schemas.openxmlformats.org/drawingml/2006/main">
            <a:pPr>
              <a:defRPr sz="2250" b="1">
                <a:solidFill>
                  <a:srgbClr val="203F35"/>
                </a:solidFill>
                <a:latin typeface="Liberation Sans"/>
                <a:ea typeface="Liberation Sans"/>
                <a:cs typeface="Liberation Sans"/>
              </a:defRPr>
            </a:pPr>
            <a:r>
              <a:rPr sz="2250" b="1">
                <a:solidFill>
                  <a:srgbClr val="203F35"/>
                </a:solidFill>
                <a:latin typeface="Liberation Sans"/>
                <a:ea typeface="Liberation Sans"/>
                <a:cs typeface="Liberation Sans"/>
              </a:rPr>
              <a:t>text index</a:t>
            </a:r>
          </a:p>
        </p:txBody>
      </p:sp>
      <p:sp>
        <p:nvSpPr>
          <p:cNvPr id="14" name="">
            <a:extLst xmlns:a="http://schemas.openxmlformats.org/drawingml/2006/main">
              <a:ext uri="{FF2B5EF4-FFF2-40B4-BE49-F238E27FC236}">
                <a16:creationId xmlns:a16="http://schemas.microsoft.com/office/drawing/2014/main" id="{1D757362-61A9-45E1-A785-A2943D4D2A54}"/>
              </a:ext>
            </a:extLst>
          </p:cNvPr>
          <p:cNvSpPr>
            <a:spLocks xmlns:a="http://schemas.openxmlformats.org/drawingml/2006/main" noGrp="1"/>
          </p:cNvSpPr>
          <p:nvPr/>
        </p:nvSpPr>
        <p:spPr>
          <a:xfrm xmlns:a="http://schemas.openxmlformats.org/drawingml/2006/main">
            <a:off x="3810000" y="5419725"/>
            <a:ext cx="771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Search within an authorized conversation</a:t>
            </a:r>
          </a:p>
        </p:txBody>
      </p:sp>
    </p:spTree>
    <p:extLst>
      <p:ext uri="{BB962C8B-B14F-4D97-AF65-F5344CB8AC3E}">
        <p14:creationId xmlns:p14="http://schemas.microsoft.com/office/powerpoint/2010/main" val="808760820"/>
      </p:ext>
    </p:extLst>
  </p:cSld>
</p:sld>
</file>

<file path=ppt/slides/slide9.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A28C75-9F90-4D6B-9CEB-55457D879531}"/>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Database behavior you can inspect</a:t>
            </a:r>
          </a:p>
        </p:txBody>
      </p:sp>
      <p:sp>
        <p:nvSpPr>
          <p:cNvPr id="2" name="">
            <a:extLst xmlns:a="http://schemas.openxmlformats.org/drawingml/2006/main">
              <a:ext uri="{FF2B5EF4-FFF2-40B4-BE49-F238E27FC236}">
                <a16:creationId xmlns:a16="http://schemas.microsoft.com/office/drawing/2014/main" id="{32FDA6B5-5825-48EF-8927-55DB0320AA4C}"/>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09    PINGROOM</a:t>
            </a:r>
          </a:p>
        </p:txBody>
      </p:sp>
      <p:pic>
        <p:nvPicPr>
          <p:cNvPr id="3" name="">
            <a:extLst xmlns:a="http://schemas.openxmlformats.org/drawingml/2006/main">
              <a:ext uri="{FF2B5EF4-FFF2-40B4-BE49-F238E27FC236}">
                <a16:creationId xmlns:a16="http://schemas.microsoft.com/office/drawing/2014/main" id="{BC6F19E0-7618-46CC-9543-CB64562BD190}"/>
              </a:ext>
            </a:extLst>
          </p:cNvPr>
          <p:cNvPicPr>
            <a:picLocks xmlns:a="http://schemas.openxmlformats.org/drawingml/2006/main" noChangeAspect="1"/>
          </p:cNvPicPr>
          <p:nvPr/>
        </p:nvPicPr>
        <p:blipFill>
          <a:blip xmlns:r="http://schemas.openxmlformats.org/officeDocument/2006/relationships" xmlns:a="http://schemas.openxmlformats.org/drawingml/2006/main" r:embed="Rb9b9d2b991d4466a"/>
          <a:stretch xmlns:a="http://schemas.openxmlformats.org/drawingml/2006/main"/>
        </p:blipFill>
        <p:spPr>
          <a:xfrm xmlns:a="http://schemas.openxmlformats.org/drawingml/2006/main">
            <a:off x="2362200" y="1381125"/>
            <a:ext cx="7467600" cy="4667250"/>
          </a:xfrm>
          <a:prstGeom xmlns:a="http://schemas.openxmlformats.org/drawingml/2006/main" prst="rect">
            <a:avLst/>
          </a:prstGeom>
        </p:spPr>
      </p:pic>
    </p:spTree>
    <p:extLst>
      <p:ext uri="{BB962C8B-B14F-4D97-AF65-F5344CB8AC3E}">
        <p14:creationId xmlns:p14="http://schemas.microsoft.com/office/powerpoint/2010/main" val="1772183470"/>
      </p:ext>
    </p:extLst>
  </p:cSld>
</p:sld>
</file>

<file path=ppt/slides/slide10.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4BCD1B-BFAD-4924-A523-9393B05282A9}"/>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Verified in the API and in the browser</a:t>
            </a:r>
          </a:p>
        </p:txBody>
      </p:sp>
      <p:sp>
        <p:nvSpPr>
          <p:cNvPr id="2" name="">
            <a:extLst xmlns:a="http://schemas.openxmlformats.org/drawingml/2006/main">
              <a:ext uri="{FF2B5EF4-FFF2-40B4-BE49-F238E27FC236}">
                <a16:creationId xmlns:a16="http://schemas.microsoft.com/office/drawing/2014/main" id="{9992D48C-09F2-44A4-A617-93E9051F8D6B}"/>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10    PINGROOM</a:t>
            </a:r>
          </a:p>
        </p:txBody>
      </p:sp>
      <p:sp>
        <p:nvSpPr>
          <p:cNvPr id="3" name="">
            <a:extLst xmlns:a="http://schemas.openxmlformats.org/drawingml/2006/main">
              <a:ext uri="{FF2B5EF4-FFF2-40B4-BE49-F238E27FC236}">
                <a16:creationId xmlns:a16="http://schemas.microsoft.com/office/drawing/2014/main" id="{BF08802D-6C46-4E45-98B8-D617A40289AC}"/>
              </a:ext>
            </a:extLst>
          </p:cNvPr>
          <p:cNvSpPr>
            <a:spLocks xmlns:a="http://schemas.openxmlformats.org/drawingml/2006/main" noGrp="1"/>
          </p:cNvSpPr>
          <p:nvPr/>
        </p:nvSpPr>
        <p:spPr>
          <a:xfrm xmlns:a="http://schemas.openxmlformats.org/drawingml/2006/main">
            <a:off x="609600" y="161925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203F35"/>
                </a:solidFill>
                <a:latin typeface="Liberation Sans"/>
                <a:ea typeface="Liberation Sans"/>
                <a:cs typeface="Liberation Sans"/>
              </a:defRPr>
            </a:defPPr>
            <a:lvl1pPr>
              <a:defRPr sz="8400" b="1">
                <a:solidFill>
                  <a:srgbClr val="203F35"/>
                </a:solidFill>
                <a:latin typeface="Liberation Sans"/>
                <a:ea typeface="Liberation Sans"/>
                <a:cs typeface="Liberation Sans"/>
              </a:defRPr>
            </a:lvl1pPr>
            <a:lvl2pPr>
              <a:defRPr sz="8400" b="1">
                <a:solidFill>
                  <a:srgbClr val="203F35"/>
                </a:solidFill>
                <a:latin typeface="Liberation Sans"/>
                <a:ea typeface="Liberation Sans"/>
                <a:cs typeface="Liberation Sans"/>
              </a:defRPr>
            </a:lvl2pPr>
            <a:lvl3pPr>
              <a:defRPr sz="8400" b="1">
                <a:solidFill>
                  <a:srgbClr val="203F35"/>
                </a:solidFill>
                <a:latin typeface="Liberation Sans"/>
                <a:ea typeface="Liberation Sans"/>
                <a:cs typeface="Liberation Sans"/>
              </a:defRPr>
            </a:lvl3pPr>
            <a:lvl4pPr>
              <a:defRPr sz="8400" b="1">
                <a:solidFill>
                  <a:srgbClr val="203F35"/>
                </a:solidFill>
                <a:latin typeface="Liberation Sans"/>
                <a:ea typeface="Liberation Sans"/>
                <a:cs typeface="Liberation Sans"/>
              </a:defRPr>
            </a:lvl4pPr>
            <a:lvl5pPr>
              <a:defRPr sz="8400" b="1">
                <a:solidFill>
                  <a:srgbClr val="203F35"/>
                </a:solidFill>
                <a:latin typeface="Liberation Sans"/>
                <a:ea typeface="Liberation Sans"/>
                <a:cs typeface="Liberation Sans"/>
              </a:defRPr>
            </a:lvl5pPr>
            <a:lvl6pPr>
              <a:defRPr sz="8400" b="1">
                <a:solidFill>
                  <a:srgbClr val="203F35"/>
                </a:solidFill>
                <a:latin typeface="Liberation Sans"/>
                <a:ea typeface="Liberation Sans"/>
                <a:cs typeface="Liberation Sans"/>
              </a:defRPr>
            </a:lvl6pPr>
            <a:lvl7pPr>
              <a:defRPr sz="8400" b="1">
                <a:solidFill>
                  <a:srgbClr val="203F35"/>
                </a:solidFill>
                <a:latin typeface="Liberation Sans"/>
                <a:ea typeface="Liberation Sans"/>
                <a:cs typeface="Liberation Sans"/>
              </a:defRPr>
            </a:lvl7pPr>
            <a:lvl8pPr>
              <a:defRPr sz="8400" b="1">
                <a:solidFill>
                  <a:srgbClr val="203F35"/>
                </a:solidFill>
                <a:latin typeface="Liberation Sans"/>
                <a:ea typeface="Liberation Sans"/>
                <a:cs typeface="Liberation Sans"/>
              </a:defRPr>
            </a:lvl8pPr>
            <a:lvl9pPr>
              <a:defRPr sz="8400" b="1">
                <a:solidFill>
                  <a:srgbClr val="203F35"/>
                </a:solidFill>
                <a:latin typeface="Liberation Sans"/>
                <a:ea typeface="Liberation Sans"/>
                <a:cs typeface="Liberation Sans"/>
              </a:defRPr>
            </a:lvl9pPr>
          </a:lstStyle>
          <a:p xmlns:a="http://schemas.openxmlformats.org/drawingml/2006/main">
            <a:pPr>
              <a:defRPr sz="8400" b="1">
                <a:solidFill>
                  <a:srgbClr val="203F35"/>
                </a:solidFill>
                <a:latin typeface="Liberation Sans"/>
                <a:ea typeface="Liberation Sans"/>
                <a:cs typeface="Liberation Sans"/>
              </a:defRPr>
            </a:pPr>
            <a:r>
              <a:rPr sz="8400" b="1">
                <a:solidFill>
                  <a:srgbClr val="203F35"/>
                </a:solidFill>
                <a:latin typeface="Liberation Sans"/>
                <a:ea typeface="Liberation Sans"/>
                <a:cs typeface="Liberation Sans"/>
              </a:rPr>
              <a:t>13</a:t>
            </a:r>
          </a:p>
        </p:txBody>
      </p:sp>
      <p:sp>
        <p:nvSpPr>
          <p:cNvPr id="4" name="">
            <a:extLst xmlns:a="http://schemas.openxmlformats.org/drawingml/2006/main">
              <a:ext uri="{FF2B5EF4-FFF2-40B4-BE49-F238E27FC236}">
                <a16:creationId xmlns:a16="http://schemas.microsoft.com/office/drawing/2014/main" id="{F06D58A3-E9EC-4D13-BE42-C0C33891B001}"/>
              </a:ext>
            </a:extLst>
          </p:cNvPr>
          <p:cNvSpPr>
            <a:spLocks xmlns:a="http://schemas.openxmlformats.org/drawingml/2006/main" noGrp="1"/>
          </p:cNvSpPr>
          <p:nvPr/>
        </p:nvSpPr>
        <p:spPr>
          <a:xfrm xmlns:a="http://schemas.openxmlformats.org/drawingml/2006/main">
            <a:off x="609600" y="33337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3F35"/>
                </a:solidFill>
                <a:latin typeface="Liberation Sans"/>
                <a:ea typeface="Liberation Sans"/>
                <a:cs typeface="Liberation Sans"/>
              </a:defRPr>
            </a:defPPr>
            <a:lvl1pPr>
              <a:defRPr sz="2400" b="1">
                <a:solidFill>
                  <a:srgbClr val="203F35"/>
                </a:solidFill>
                <a:latin typeface="Liberation Sans"/>
                <a:ea typeface="Liberation Sans"/>
                <a:cs typeface="Liberation Sans"/>
              </a:defRPr>
            </a:lvl1pPr>
            <a:lvl2pPr>
              <a:defRPr sz="2400" b="1">
                <a:solidFill>
                  <a:srgbClr val="203F35"/>
                </a:solidFill>
                <a:latin typeface="Liberation Sans"/>
                <a:ea typeface="Liberation Sans"/>
                <a:cs typeface="Liberation Sans"/>
              </a:defRPr>
            </a:lvl2pPr>
            <a:lvl3pPr>
              <a:defRPr sz="2400" b="1">
                <a:solidFill>
                  <a:srgbClr val="203F35"/>
                </a:solidFill>
                <a:latin typeface="Liberation Sans"/>
                <a:ea typeface="Liberation Sans"/>
                <a:cs typeface="Liberation Sans"/>
              </a:defRPr>
            </a:lvl3pPr>
            <a:lvl4pPr>
              <a:defRPr sz="2400" b="1">
                <a:solidFill>
                  <a:srgbClr val="203F35"/>
                </a:solidFill>
                <a:latin typeface="Liberation Sans"/>
                <a:ea typeface="Liberation Sans"/>
                <a:cs typeface="Liberation Sans"/>
              </a:defRPr>
            </a:lvl4pPr>
            <a:lvl5pPr>
              <a:defRPr sz="2400" b="1">
                <a:solidFill>
                  <a:srgbClr val="203F35"/>
                </a:solidFill>
                <a:latin typeface="Liberation Sans"/>
                <a:ea typeface="Liberation Sans"/>
                <a:cs typeface="Liberation Sans"/>
              </a:defRPr>
            </a:lvl5pPr>
            <a:lvl6pPr>
              <a:defRPr sz="2400" b="1">
                <a:solidFill>
                  <a:srgbClr val="203F35"/>
                </a:solidFill>
                <a:latin typeface="Liberation Sans"/>
                <a:ea typeface="Liberation Sans"/>
                <a:cs typeface="Liberation Sans"/>
              </a:defRPr>
            </a:lvl6pPr>
            <a:lvl7pPr>
              <a:defRPr sz="2400" b="1">
                <a:solidFill>
                  <a:srgbClr val="203F35"/>
                </a:solidFill>
                <a:latin typeface="Liberation Sans"/>
                <a:ea typeface="Liberation Sans"/>
                <a:cs typeface="Liberation Sans"/>
              </a:defRPr>
            </a:lvl7pPr>
            <a:lvl8pPr>
              <a:defRPr sz="2400" b="1">
                <a:solidFill>
                  <a:srgbClr val="203F35"/>
                </a:solidFill>
                <a:latin typeface="Liberation Sans"/>
                <a:ea typeface="Liberation Sans"/>
                <a:cs typeface="Liberation Sans"/>
              </a:defRPr>
            </a:lvl8pPr>
            <a:lvl9pPr>
              <a:defRPr sz="2400" b="1">
                <a:solidFill>
                  <a:srgbClr val="203F35"/>
                </a:solidFill>
                <a:latin typeface="Liberation Sans"/>
                <a:ea typeface="Liberation Sans"/>
                <a:cs typeface="Liberation Sans"/>
              </a:defRPr>
            </a:lvl9pPr>
          </a:lstStyle>
          <a:p xmlns:a="http://schemas.openxmlformats.org/drawingml/2006/main">
            <a:pPr>
              <a:defRPr sz="2400" b="1">
                <a:solidFill>
                  <a:srgbClr val="203F35"/>
                </a:solidFill>
                <a:latin typeface="Liberation Sans"/>
                <a:ea typeface="Liberation Sans"/>
                <a:cs typeface="Liberation Sans"/>
              </a:defRPr>
            </a:pPr>
            <a:r>
              <a:rPr sz="2400" b="1">
                <a:solidFill>
                  <a:srgbClr val="203F35"/>
                </a:solidFill>
                <a:latin typeface="Liberation Sans"/>
                <a:ea typeface="Liberation Sans"/>
                <a:cs typeface="Liberation Sans"/>
              </a:rPr>
              <a:t>API and database tests</a:t>
            </a:r>
          </a:p>
        </p:txBody>
      </p:sp>
      <p:sp>
        <p:nvSpPr>
          <p:cNvPr id="5" name="">
            <a:extLst xmlns:a="http://schemas.openxmlformats.org/drawingml/2006/main">
              <a:ext uri="{FF2B5EF4-FFF2-40B4-BE49-F238E27FC236}">
                <a16:creationId xmlns:a16="http://schemas.microsoft.com/office/drawing/2014/main" id="{DCFA421E-468D-4829-8BF5-D43DBB02DA4A}"/>
              </a:ext>
            </a:extLst>
          </p:cNvPr>
          <p:cNvSpPr>
            <a:spLocks xmlns:a="http://schemas.openxmlformats.org/drawingml/2006/main" noGrp="1"/>
          </p:cNvSpPr>
          <p:nvPr/>
        </p:nvSpPr>
        <p:spPr>
          <a:xfrm xmlns:a="http://schemas.openxmlformats.org/drawingml/2006/main">
            <a:off x="609600" y="409575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F35"/>
                </a:solidFill>
                <a:latin typeface="Liberation Sans"/>
                <a:ea typeface="Liberation Sans"/>
                <a:cs typeface="Liberation Sans"/>
              </a:defRPr>
            </a:defPPr>
            <a:lvl1pPr>
              <a:defRPr sz="2100" b="0">
                <a:solidFill>
                  <a:srgbClr val="203F35"/>
                </a:solidFill>
                <a:latin typeface="Liberation Sans"/>
                <a:ea typeface="Liberation Sans"/>
                <a:cs typeface="Liberation Sans"/>
              </a:defRPr>
            </a:lvl1pPr>
            <a:lvl2pPr>
              <a:defRPr sz="2100" b="0">
                <a:solidFill>
                  <a:srgbClr val="203F35"/>
                </a:solidFill>
                <a:latin typeface="Liberation Sans"/>
                <a:ea typeface="Liberation Sans"/>
                <a:cs typeface="Liberation Sans"/>
              </a:defRPr>
            </a:lvl2pPr>
            <a:lvl3pPr>
              <a:defRPr sz="2100" b="0">
                <a:solidFill>
                  <a:srgbClr val="203F35"/>
                </a:solidFill>
                <a:latin typeface="Liberation Sans"/>
                <a:ea typeface="Liberation Sans"/>
                <a:cs typeface="Liberation Sans"/>
              </a:defRPr>
            </a:lvl3pPr>
            <a:lvl4pPr>
              <a:defRPr sz="2100" b="0">
                <a:solidFill>
                  <a:srgbClr val="203F35"/>
                </a:solidFill>
                <a:latin typeface="Liberation Sans"/>
                <a:ea typeface="Liberation Sans"/>
                <a:cs typeface="Liberation Sans"/>
              </a:defRPr>
            </a:lvl4pPr>
            <a:lvl5pPr>
              <a:defRPr sz="2100" b="0">
                <a:solidFill>
                  <a:srgbClr val="203F35"/>
                </a:solidFill>
                <a:latin typeface="Liberation Sans"/>
                <a:ea typeface="Liberation Sans"/>
                <a:cs typeface="Liberation Sans"/>
              </a:defRPr>
            </a:lvl5pPr>
            <a:lvl6pPr>
              <a:defRPr sz="2100" b="0">
                <a:solidFill>
                  <a:srgbClr val="203F35"/>
                </a:solidFill>
                <a:latin typeface="Liberation Sans"/>
                <a:ea typeface="Liberation Sans"/>
                <a:cs typeface="Liberation Sans"/>
              </a:defRPr>
            </a:lvl6pPr>
            <a:lvl7pPr>
              <a:defRPr sz="2100" b="0">
                <a:solidFill>
                  <a:srgbClr val="203F35"/>
                </a:solidFill>
                <a:latin typeface="Liberation Sans"/>
                <a:ea typeface="Liberation Sans"/>
                <a:cs typeface="Liberation Sans"/>
              </a:defRPr>
            </a:lvl7pPr>
            <a:lvl8pPr>
              <a:defRPr sz="2100" b="0">
                <a:solidFill>
                  <a:srgbClr val="203F35"/>
                </a:solidFill>
                <a:latin typeface="Liberation Sans"/>
                <a:ea typeface="Liberation Sans"/>
                <a:cs typeface="Liberation Sans"/>
              </a:defRPr>
            </a:lvl8pPr>
            <a:lvl9pPr>
              <a:defRPr sz="2100" b="0">
                <a:solidFill>
                  <a:srgbClr val="203F35"/>
                </a:solidFill>
                <a:latin typeface="Liberation Sans"/>
                <a:ea typeface="Liberation Sans"/>
                <a:cs typeface="Liberation Sans"/>
              </a:defRPr>
            </a:lvl9pPr>
          </a:lstStyle>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Authorization, CRUD, rollback,</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index use and stable pagination</a:t>
            </a:r>
          </a:p>
        </p:txBody>
      </p:sp>
      <p:sp>
        <p:nvSpPr>
          <p:cNvPr id="6" name="">
            <a:extLst xmlns:a="http://schemas.openxmlformats.org/drawingml/2006/main">
              <a:ext uri="{FF2B5EF4-FFF2-40B4-BE49-F238E27FC236}">
                <a16:creationId xmlns:a16="http://schemas.microsoft.com/office/drawing/2014/main" id="{FDCAAB10-2B5A-4CEA-8B38-AEFE17DAABE0}"/>
              </a:ext>
            </a:extLst>
          </p:cNvPr>
          <p:cNvSpPr>
            <a:spLocks xmlns:a="http://schemas.openxmlformats.org/drawingml/2006/main" noGrp="1"/>
          </p:cNvSpPr>
          <p:nvPr/>
        </p:nvSpPr>
        <p:spPr>
          <a:xfrm xmlns:a="http://schemas.openxmlformats.org/drawingml/2006/main">
            <a:off x="6619875" y="161925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203F35"/>
                </a:solidFill>
                <a:latin typeface="Liberation Sans"/>
                <a:ea typeface="Liberation Sans"/>
                <a:cs typeface="Liberation Sans"/>
              </a:defRPr>
            </a:defPPr>
            <a:lvl1pPr>
              <a:defRPr sz="8400" b="1">
                <a:solidFill>
                  <a:srgbClr val="203F35"/>
                </a:solidFill>
                <a:latin typeface="Liberation Sans"/>
                <a:ea typeface="Liberation Sans"/>
                <a:cs typeface="Liberation Sans"/>
              </a:defRPr>
            </a:lvl1pPr>
            <a:lvl2pPr>
              <a:defRPr sz="8400" b="1">
                <a:solidFill>
                  <a:srgbClr val="203F35"/>
                </a:solidFill>
                <a:latin typeface="Liberation Sans"/>
                <a:ea typeface="Liberation Sans"/>
                <a:cs typeface="Liberation Sans"/>
              </a:defRPr>
            </a:lvl2pPr>
            <a:lvl3pPr>
              <a:defRPr sz="8400" b="1">
                <a:solidFill>
                  <a:srgbClr val="203F35"/>
                </a:solidFill>
                <a:latin typeface="Liberation Sans"/>
                <a:ea typeface="Liberation Sans"/>
                <a:cs typeface="Liberation Sans"/>
              </a:defRPr>
            </a:lvl3pPr>
            <a:lvl4pPr>
              <a:defRPr sz="8400" b="1">
                <a:solidFill>
                  <a:srgbClr val="203F35"/>
                </a:solidFill>
                <a:latin typeface="Liberation Sans"/>
                <a:ea typeface="Liberation Sans"/>
                <a:cs typeface="Liberation Sans"/>
              </a:defRPr>
            </a:lvl4pPr>
            <a:lvl5pPr>
              <a:defRPr sz="8400" b="1">
                <a:solidFill>
                  <a:srgbClr val="203F35"/>
                </a:solidFill>
                <a:latin typeface="Liberation Sans"/>
                <a:ea typeface="Liberation Sans"/>
                <a:cs typeface="Liberation Sans"/>
              </a:defRPr>
            </a:lvl5pPr>
            <a:lvl6pPr>
              <a:defRPr sz="8400" b="1">
                <a:solidFill>
                  <a:srgbClr val="203F35"/>
                </a:solidFill>
                <a:latin typeface="Liberation Sans"/>
                <a:ea typeface="Liberation Sans"/>
                <a:cs typeface="Liberation Sans"/>
              </a:defRPr>
            </a:lvl6pPr>
            <a:lvl7pPr>
              <a:defRPr sz="8400" b="1">
                <a:solidFill>
                  <a:srgbClr val="203F35"/>
                </a:solidFill>
                <a:latin typeface="Liberation Sans"/>
                <a:ea typeface="Liberation Sans"/>
                <a:cs typeface="Liberation Sans"/>
              </a:defRPr>
            </a:lvl7pPr>
            <a:lvl8pPr>
              <a:defRPr sz="8400" b="1">
                <a:solidFill>
                  <a:srgbClr val="203F35"/>
                </a:solidFill>
                <a:latin typeface="Liberation Sans"/>
                <a:ea typeface="Liberation Sans"/>
                <a:cs typeface="Liberation Sans"/>
              </a:defRPr>
            </a:lvl8pPr>
            <a:lvl9pPr>
              <a:defRPr sz="8400" b="1">
                <a:solidFill>
                  <a:srgbClr val="203F35"/>
                </a:solidFill>
                <a:latin typeface="Liberation Sans"/>
                <a:ea typeface="Liberation Sans"/>
                <a:cs typeface="Liberation Sans"/>
              </a:defRPr>
            </a:lvl9pPr>
          </a:lstStyle>
          <a:p xmlns:a="http://schemas.openxmlformats.org/drawingml/2006/main">
            <a:pPr>
              <a:defRPr sz="8400" b="1">
                <a:solidFill>
                  <a:srgbClr val="203F35"/>
                </a:solidFill>
                <a:latin typeface="Liberation Sans"/>
                <a:ea typeface="Liberation Sans"/>
                <a:cs typeface="Liberation Sans"/>
              </a:defRPr>
            </a:pPr>
            <a:r>
              <a:rPr sz="8400" b="1">
                <a:solidFill>
                  <a:srgbClr val="203F35"/>
                </a:solidFill>
                <a:latin typeface="Liberation Sans"/>
                <a:ea typeface="Liberation Sans"/>
                <a:cs typeface="Liberation Sans"/>
              </a:rPr>
              <a:t>4</a:t>
            </a:r>
          </a:p>
        </p:txBody>
      </p:sp>
      <p:sp>
        <p:nvSpPr>
          <p:cNvPr id="7" name="">
            <a:extLst xmlns:a="http://schemas.openxmlformats.org/drawingml/2006/main">
              <a:ext uri="{FF2B5EF4-FFF2-40B4-BE49-F238E27FC236}">
                <a16:creationId xmlns:a16="http://schemas.microsoft.com/office/drawing/2014/main" id="{4360462D-CDE9-4C15-B412-5B2D17F33622}"/>
              </a:ext>
            </a:extLst>
          </p:cNvPr>
          <p:cNvSpPr>
            <a:spLocks xmlns:a="http://schemas.openxmlformats.org/drawingml/2006/main" noGrp="1"/>
          </p:cNvSpPr>
          <p:nvPr/>
        </p:nvSpPr>
        <p:spPr>
          <a:xfrm xmlns:a="http://schemas.openxmlformats.org/drawingml/2006/main">
            <a:off x="6619875" y="3333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3F35"/>
                </a:solidFill>
                <a:latin typeface="Liberation Sans"/>
                <a:ea typeface="Liberation Sans"/>
                <a:cs typeface="Liberation Sans"/>
              </a:defRPr>
            </a:defPPr>
            <a:lvl1pPr>
              <a:defRPr sz="2400" b="1">
                <a:solidFill>
                  <a:srgbClr val="203F35"/>
                </a:solidFill>
                <a:latin typeface="Liberation Sans"/>
                <a:ea typeface="Liberation Sans"/>
                <a:cs typeface="Liberation Sans"/>
              </a:defRPr>
            </a:lvl1pPr>
            <a:lvl2pPr>
              <a:defRPr sz="2400" b="1">
                <a:solidFill>
                  <a:srgbClr val="203F35"/>
                </a:solidFill>
                <a:latin typeface="Liberation Sans"/>
                <a:ea typeface="Liberation Sans"/>
                <a:cs typeface="Liberation Sans"/>
              </a:defRPr>
            </a:lvl2pPr>
            <a:lvl3pPr>
              <a:defRPr sz="2400" b="1">
                <a:solidFill>
                  <a:srgbClr val="203F35"/>
                </a:solidFill>
                <a:latin typeface="Liberation Sans"/>
                <a:ea typeface="Liberation Sans"/>
                <a:cs typeface="Liberation Sans"/>
              </a:defRPr>
            </a:lvl3pPr>
            <a:lvl4pPr>
              <a:defRPr sz="2400" b="1">
                <a:solidFill>
                  <a:srgbClr val="203F35"/>
                </a:solidFill>
                <a:latin typeface="Liberation Sans"/>
                <a:ea typeface="Liberation Sans"/>
                <a:cs typeface="Liberation Sans"/>
              </a:defRPr>
            </a:lvl4pPr>
            <a:lvl5pPr>
              <a:defRPr sz="2400" b="1">
                <a:solidFill>
                  <a:srgbClr val="203F35"/>
                </a:solidFill>
                <a:latin typeface="Liberation Sans"/>
                <a:ea typeface="Liberation Sans"/>
                <a:cs typeface="Liberation Sans"/>
              </a:defRPr>
            </a:lvl5pPr>
            <a:lvl6pPr>
              <a:defRPr sz="2400" b="1">
                <a:solidFill>
                  <a:srgbClr val="203F35"/>
                </a:solidFill>
                <a:latin typeface="Liberation Sans"/>
                <a:ea typeface="Liberation Sans"/>
                <a:cs typeface="Liberation Sans"/>
              </a:defRPr>
            </a:lvl6pPr>
            <a:lvl7pPr>
              <a:defRPr sz="2400" b="1">
                <a:solidFill>
                  <a:srgbClr val="203F35"/>
                </a:solidFill>
                <a:latin typeface="Liberation Sans"/>
                <a:ea typeface="Liberation Sans"/>
                <a:cs typeface="Liberation Sans"/>
              </a:defRPr>
            </a:lvl7pPr>
            <a:lvl8pPr>
              <a:defRPr sz="2400" b="1">
                <a:solidFill>
                  <a:srgbClr val="203F35"/>
                </a:solidFill>
                <a:latin typeface="Liberation Sans"/>
                <a:ea typeface="Liberation Sans"/>
                <a:cs typeface="Liberation Sans"/>
              </a:defRPr>
            </a:lvl8pPr>
            <a:lvl9pPr>
              <a:defRPr sz="2400" b="1">
                <a:solidFill>
                  <a:srgbClr val="203F35"/>
                </a:solidFill>
                <a:latin typeface="Liberation Sans"/>
                <a:ea typeface="Liberation Sans"/>
                <a:cs typeface="Liberation Sans"/>
              </a:defRPr>
            </a:lvl9pPr>
          </a:lstStyle>
          <a:p xmlns:a="http://schemas.openxmlformats.org/drawingml/2006/main">
            <a:pPr>
              <a:defRPr sz="2400" b="1">
                <a:solidFill>
                  <a:srgbClr val="203F35"/>
                </a:solidFill>
                <a:latin typeface="Liberation Sans"/>
                <a:ea typeface="Liberation Sans"/>
                <a:cs typeface="Liberation Sans"/>
              </a:defRPr>
            </a:pPr>
            <a:r>
              <a:rPr sz="2400" b="1">
                <a:solidFill>
                  <a:srgbClr val="203F35"/>
                </a:solidFill>
                <a:latin typeface="Liberation Sans"/>
                <a:ea typeface="Liberation Sans"/>
                <a:cs typeface="Liberation Sans"/>
              </a:rPr>
              <a:t>Browser tests</a:t>
            </a:r>
          </a:p>
        </p:txBody>
      </p:sp>
      <p:sp>
        <p:nvSpPr>
          <p:cNvPr id="8" name="">
            <a:extLst xmlns:a="http://schemas.openxmlformats.org/drawingml/2006/main">
              <a:ext uri="{FF2B5EF4-FFF2-40B4-BE49-F238E27FC236}">
                <a16:creationId xmlns:a16="http://schemas.microsoft.com/office/drawing/2014/main" id="{820DFD80-5CFD-4A2A-AB4D-1760E0AAFCB3}"/>
              </a:ext>
            </a:extLst>
          </p:cNvPr>
          <p:cNvSpPr>
            <a:spLocks xmlns:a="http://schemas.openxmlformats.org/drawingml/2006/main" noGrp="1"/>
          </p:cNvSpPr>
          <p:nvPr/>
        </p:nvSpPr>
        <p:spPr>
          <a:xfrm xmlns:a="http://schemas.openxmlformats.org/drawingml/2006/main">
            <a:off x="6619875" y="40957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F35"/>
                </a:solidFill>
                <a:latin typeface="Liberation Sans"/>
                <a:ea typeface="Liberation Sans"/>
                <a:cs typeface="Liberation Sans"/>
              </a:defRPr>
            </a:defPPr>
            <a:lvl1pPr>
              <a:defRPr sz="2100" b="0">
                <a:solidFill>
                  <a:srgbClr val="203F35"/>
                </a:solidFill>
                <a:latin typeface="Liberation Sans"/>
                <a:ea typeface="Liberation Sans"/>
                <a:cs typeface="Liberation Sans"/>
              </a:defRPr>
            </a:lvl1pPr>
            <a:lvl2pPr>
              <a:defRPr sz="2100" b="0">
                <a:solidFill>
                  <a:srgbClr val="203F35"/>
                </a:solidFill>
                <a:latin typeface="Liberation Sans"/>
                <a:ea typeface="Liberation Sans"/>
                <a:cs typeface="Liberation Sans"/>
              </a:defRPr>
            </a:lvl2pPr>
            <a:lvl3pPr>
              <a:defRPr sz="2100" b="0">
                <a:solidFill>
                  <a:srgbClr val="203F35"/>
                </a:solidFill>
                <a:latin typeface="Liberation Sans"/>
                <a:ea typeface="Liberation Sans"/>
                <a:cs typeface="Liberation Sans"/>
              </a:defRPr>
            </a:lvl3pPr>
            <a:lvl4pPr>
              <a:defRPr sz="2100" b="0">
                <a:solidFill>
                  <a:srgbClr val="203F35"/>
                </a:solidFill>
                <a:latin typeface="Liberation Sans"/>
                <a:ea typeface="Liberation Sans"/>
                <a:cs typeface="Liberation Sans"/>
              </a:defRPr>
            </a:lvl4pPr>
            <a:lvl5pPr>
              <a:defRPr sz="2100" b="0">
                <a:solidFill>
                  <a:srgbClr val="203F35"/>
                </a:solidFill>
                <a:latin typeface="Liberation Sans"/>
                <a:ea typeface="Liberation Sans"/>
                <a:cs typeface="Liberation Sans"/>
              </a:defRPr>
            </a:lvl5pPr>
            <a:lvl6pPr>
              <a:defRPr sz="2100" b="0">
                <a:solidFill>
                  <a:srgbClr val="203F35"/>
                </a:solidFill>
                <a:latin typeface="Liberation Sans"/>
                <a:ea typeface="Liberation Sans"/>
                <a:cs typeface="Liberation Sans"/>
              </a:defRPr>
            </a:lvl6pPr>
            <a:lvl7pPr>
              <a:defRPr sz="2100" b="0">
                <a:solidFill>
                  <a:srgbClr val="203F35"/>
                </a:solidFill>
                <a:latin typeface="Liberation Sans"/>
                <a:ea typeface="Liberation Sans"/>
                <a:cs typeface="Liberation Sans"/>
              </a:defRPr>
            </a:lvl7pPr>
            <a:lvl8pPr>
              <a:defRPr sz="2100" b="0">
                <a:solidFill>
                  <a:srgbClr val="203F35"/>
                </a:solidFill>
                <a:latin typeface="Liberation Sans"/>
                <a:ea typeface="Liberation Sans"/>
                <a:cs typeface="Liberation Sans"/>
              </a:defRPr>
            </a:lvl8pPr>
            <a:lvl9pPr>
              <a:defRPr sz="2100" b="0">
                <a:solidFill>
                  <a:srgbClr val="203F35"/>
                </a:solidFill>
                <a:latin typeface="Liberation Sans"/>
                <a:ea typeface="Liberation Sans"/>
                <a:cs typeface="Liberation Sans"/>
              </a:defRPr>
            </a:lvl9pPr>
          </a:lstStyle>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Live messaging, mobile layout,</a:t>
            </a:r>
          </a:p>
          <a:p xmlns:a="http://schemas.openxmlformats.org/drawingml/2006/main">
            <a:pPr>
              <a:defRPr sz="2100" b="0">
                <a:solidFill>
                  <a:srgbClr val="203F35"/>
                </a:solidFill>
                <a:latin typeface="Liberation Sans"/>
                <a:ea typeface="Liberation Sans"/>
                <a:cs typeface="Liberation Sans"/>
              </a:defRPr>
            </a:pPr>
            <a:r>
              <a:rPr sz="2100" b="0">
                <a:solidFill>
                  <a:srgbClr val="203F35"/>
                </a:solidFill>
                <a:latin typeface="Liberation Sans"/>
                <a:ea typeface="Liberation Sans"/>
                <a:cs typeface="Liberation Sans"/>
              </a:rPr>
              <a:t>dialogs and read visibility</a:t>
            </a:r>
          </a:p>
        </p:txBody>
      </p:sp>
      <p:sp>
        <p:nvSpPr>
          <p:cNvPr id="9" name="">
            <a:extLst xmlns:a="http://schemas.openxmlformats.org/drawingml/2006/main">
              <a:ext uri="{FF2B5EF4-FFF2-40B4-BE49-F238E27FC236}">
                <a16:creationId xmlns:a16="http://schemas.microsoft.com/office/drawing/2014/main" id="{ED4177E8-76D7-4559-8A52-23A8409256E7}"/>
              </a:ext>
            </a:extLst>
          </p:cNvPr>
          <p:cNvSpPr>
            <a:spLocks xmlns:a="http://schemas.openxmlformats.org/drawingml/2006/main" noGrp="1"/>
          </p:cNvSpPr>
          <p:nvPr/>
        </p:nvSpPr>
        <p:spPr>
          <a:xfrm xmlns:a="http://schemas.openxmlformats.org/drawingml/2006/main">
            <a:off x="609600" y="57340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4756B"/>
                </a:solidFill>
                <a:latin typeface="Liberation Sans"/>
                <a:ea typeface="Liberation Sans"/>
                <a:cs typeface="Liberation Sans"/>
              </a:defRPr>
            </a:defPPr>
            <a:lvl1pPr>
              <a:defRPr sz="1875" b="0">
                <a:solidFill>
                  <a:srgbClr val="64756B"/>
                </a:solidFill>
                <a:latin typeface="Liberation Sans"/>
                <a:ea typeface="Liberation Sans"/>
                <a:cs typeface="Liberation Sans"/>
              </a:defRPr>
            </a:lvl1pPr>
            <a:lvl2pPr>
              <a:defRPr sz="1875" b="0">
                <a:solidFill>
                  <a:srgbClr val="64756B"/>
                </a:solidFill>
                <a:latin typeface="Liberation Sans"/>
                <a:ea typeface="Liberation Sans"/>
                <a:cs typeface="Liberation Sans"/>
              </a:defRPr>
            </a:lvl2pPr>
            <a:lvl3pPr>
              <a:defRPr sz="1875" b="0">
                <a:solidFill>
                  <a:srgbClr val="64756B"/>
                </a:solidFill>
                <a:latin typeface="Liberation Sans"/>
                <a:ea typeface="Liberation Sans"/>
                <a:cs typeface="Liberation Sans"/>
              </a:defRPr>
            </a:lvl3pPr>
            <a:lvl4pPr>
              <a:defRPr sz="1875" b="0">
                <a:solidFill>
                  <a:srgbClr val="64756B"/>
                </a:solidFill>
                <a:latin typeface="Liberation Sans"/>
                <a:ea typeface="Liberation Sans"/>
                <a:cs typeface="Liberation Sans"/>
              </a:defRPr>
            </a:lvl4pPr>
            <a:lvl5pPr>
              <a:defRPr sz="1875" b="0">
                <a:solidFill>
                  <a:srgbClr val="64756B"/>
                </a:solidFill>
                <a:latin typeface="Liberation Sans"/>
                <a:ea typeface="Liberation Sans"/>
                <a:cs typeface="Liberation Sans"/>
              </a:defRPr>
            </a:lvl5pPr>
            <a:lvl6pPr>
              <a:defRPr sz="1875" b="0">
                <a:solidFill>
                  <a:srgbClr val="64756B"/>
                </a:solidFill>
                <a:latin typeface="Liberation Sans"/>
                <a:ea typeface="Liberation Sans"/>
                <a:cs typeface="Liberation Sans"/>
              </a:defRPr>
            </a:lvl6pPr>
            <a:lvl7pPr>
              <a:defRPr sz="1875" b="0">
                <a:solidFill>
                  <a:srgbClr val="64756B"/>
                </a:solidFill>
                <a:latin typeface="Liberation Sans"/>
                <a:ea typeface="Liberation Sans"/>
                <a:cs typeface="Liberation Sans"/>
              </a:defRPr>
            </a:lvl7pPr>
            <a:lvl8pPr>
              <a:defRPr sz="1875" b="0">
                <a:solidFill>
                  <a:srgbClr val="64756B"/>
                </a:solidFill>
                <a:latin typeface="Liberation Sans"/>
                <a:ea typeface="Liberation Sans"/>
                <a:cs typeface="Liberation Sans"/>
              </a:defRPr>
            </a:lvl8pPr>
            <a:lvl9pPr>
              <a:defRPr sz="1875" b="0">
                <a:solidFill>
                  <a:srgbClr val="64756B"/>
                </a:solidFill>
                <a:latin typeface="Liberation Sans"/>
                <a:ea typeface="Liberation Sans"/>
                <a:cs typeface="Liberation Sans"/>
              </a:defRPr>
            </a:lvl9pPr>
          </a:lstStyle>
          <a:p xmlns:a="http://schemas.openxmlformats.org/drawingml/2006/main">
            <a:pPr>
              <a:defRPr sz="1875" b="0">
                <a:solidFill>
                  <a:srgbClr val="64756B"/>
                </a:solidFill>
                <a:latin typeface="Liberation Sans"/>
                <a:ea typeface="Liberation Sans"/>
                <a:cs typeface="Liberation Sans"/>
              </a:defRPr>
            </a:pPr>
            <a:r>
              <a:rPr sz="1875" b="0">
                <a:solidFill>
                  <a:srgbClr val="64756B"/>
                </a:solidFill>
                <a:latin typeface="Liberation Sans"/>
                <a:ea typeface="Liberation Sans"/>
                <a:cs typeface="Liberation Sans"/>
              </a:rPr>
              <a:t>Production build and source formatting checks pass.</a:t>
            </a:r>
          </a:p>
        </p:txBody>
      </p:sp>
    </p:spTree>
    <p:extLst>
      <p:ext uri="{BB962C8B-B14F-4D97-AF65-F5344CB8AC3E}">
        <p14:creationId xmlns:p14="http://schemas.microsoft.com/office/powerpoint/2010/main" val="2124398157"/>
      </p:ext>
    </p:extLst>
  </p:cSld>
</p:sld>
</file>

<file path=ppt/slides/slide11.xml><?xml version="1.0" encoding="utf-8"?>
<p:sld xmlns:p="http://schemas.openxmlformats.org/presentationml/2006/main">
  <p:cSld>
    <p:bg>
      <p:bgPr>
        <a:solidFill xmlns:a="http://schemas.openxmlformats.org/drawingml/2006/main">
          <a:srgbClr val="F5F5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613B38-E91C-44CD-A241-18A033A6DB67}"/>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F35"/>
                </a:solidFill>
                <a:latin typeface="Liberation Sans"/>
                <a:ea typeface="Liberation Sans"/>
                <a:cs typeface="Liberation Sans"/>
              </a:defRPr>
            </a:defPPr>
            <a:lvl1pPr>
              <a:defRPr sz="3600" b="1">
                <a:solidFill>
                  <a:srgbClr val="203F35"/>
                </a:solidFill>
                <a:latin typeface="Liberation Sans"/>
                <a:ea typeface="Liberation Sans"/>
                <a:cs typeface="Liberation Sans"/>
              </a:defRPr>
            </a:lvl1pPr>
            <a:lvl2pPr>
              <a:defRPr sz="3600" b="1">
                <a:solidFill>
                  <a:srgbClr val="203F35"/>
                </a:solidFill>
                <a:latin typeface="Liberation Sans"/>
                <a:ea typeface="Liberation Sans"/>
                <a:cs typeface="Liberation Sans"/>
              </a:defRPr>
            </a:lvl2pPr>
            <a:lvl3pPr>
              <a:defRPr sz="3600" b="1">
                <a:solidFill>
                  <a:srgbClr val="203F35"/>
                </a:solidFill>
                <a:latin typeface="Liberation Sans"/>
                <a:ea typeface="Liberation Sans"/>
                <a:cs typeface="Liberation Sans"/>
              </a:defRPr>
            </a:lvl3pPr>
            <a:lvl4pPr>
              <a:defRPr sz="3600" b="1">
                <a:solidFill>
                  <a:srgbClr val="203F35"/>
                </a:solidFill>
                <a:latin typeface="Liberation Sans"/>
                <a:ea typeface="Liberation Sans"/>
                <a:cs typeface="Liberation Sans"/>
              </a:defRPr>
            </a:lvl4pPr>
            <a:lvl5pPr>
              <a:defRPr sz="3600" b="1">
                <a:solidFill>
                  <a:srgbClr val="203F35"/>
                </a:solidFill>
                <a:latin typeface="Liberation Sans"/>
                <a:ea typeface="Liberation Sans"/>
                <a:cs typeface="Liberation Sans"/>
              </a:defRPr>
            </a:lvl5pPr>
            <a:lvl6pPr>
              <a:defRPr sz="3600" b="1">
                <a:solidFill>
                  <a:srgbClr val="203F35"/>
                </a:solidFill>
                <a:latin typeface="Liberation Sans"/>
                <a:ea typeface="Liberation Sans"/>
                <a:cs typeface="Liberation Sans"/>
              </a:defRPr>
            </a:lvl6pPr>
            <a:lvl7pPr>
              <a:defRPr sz="3600" b="1">
                <a:solidFill>
                  <a:srgbClr val="203F35"/>
                </a:solidFill>
                <a:latin typeface="Liberation Sans"/>
                <a:ea typeface="Liberation Sans"/>
                <a:cs typeface="Liberation Sans"/>
              </a:defRPr>
            </a:lvl7pPr>
            <a:lvl8pPr>
              <a:defRPr sz="3600" b="1">
                <a:solidFill>
                  <a:srgbClr val="203F35"/>
                </a:solidFill>
                <a:latin typeface="Liberation Sans"/>
                <a:ea typeface="Liberation Sans"/>
                <a:cs typeface="Liberation Sans"/>
              </a:defRPr>
            </a:lvl8pPr>
            <a:lvl9pPr>
              <a:defRPr sz="3600" b="1">
                <a:solidFill>
                  <a:srgbClr val="203F35"/>
                </a:solidFill>
                <a:latin typeface="Liberation Sans"/>
                <a:ea typeface="Liberation Sans"/>
                <a:cs typeface="Liberation Sans"/>
              </a:defRPr>
            </a:lvl9pPr>
          </a:lstStyle>
          <a:p xmlns:a="http://schemas.openxmlformats.org/drawingml/2006/main">
            <a:pPr>
              <a:defRPr sz="3600" b="1">
                <a:solidFill>
                  <a:srgbClr val="203F35"/>
                </a:solidFill>
                <a:latin typeface="Liberation Sans"/>
                <a:ea typeface="Liberation Sans"/>
                <a:cs typeface="Liberation Sans"/>
              </a:defRPr>
            </a:pPr>
            <a:r>
              <a:rPr sz="3600" b="1">
                <a:solidFill>
                  <a:srgbClr val="203F35"/>
                </a:solidFill>
                <a:latin typeface="Liberation Sans"/>
                <a:ea typeface="Liberation Sans"/>
                <a:cs typeface="Liberation Sans"/>
              </a:rPr>
              <a:t>A complete classroom scope</a:t>
            </a:r>
          </a:p>
        </p:txBody>
      </p:sp>
      <p:sp>
        <p:nvSpPr>
          <p:cNvPr id="2" name="">
            <a:extLst xmlns:a="http://schemas.openxmlformats.org/drawingml/2006/main">
              <a:ext uri="{FF2B5EF4-FFF2-40B4-BE49-F238E27FC236}">
                <a16:creationId xmlns:a16="http://schemas.microsoft.com/office/drawing/2014/main" id="{F871629A-979E-4899-8200-AAFF52C3C979}"/>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56B"/>
                </a:solidFill>
                <a:latin typeface="Liberation Sans"/>
                <a:ea typeface="Liberation Sans"/>
                <a:cs typeface="Liberation Sans"/>
              </a:defRPr>
            </a:defPPr>
            <a:lvl1pPr>
              <a:defRPr sz="1200" b="0">
                <a:solidFill>
                  <a:srgbClr val="64756B"/>
                </a:solidFill>
                <a:latin typeface="Liberation Sans"/>
                <a:ea typeface="Liberation Sans"/>
                <a:cs typeface="Liberation Sans"/>
              </a:defRPr>
            </a:lvl1pPr>
            <a:lvl2pPr>
              <a:defRPr sz="1200" b="0">
                <a:solidFill>
                  <a:srgbClr val="64756B"/>
                </a:solidFill>
                <a:latin typeface="Liberation Sans"/>
                <a:ea typeface="Liberation Sans"/>
                <a:cs typeface="Liberation Sans"/>
              </a:defRPr>
            </a:lvl2pPr>
            <a:lvl3pPr>
              <a:defRPr sz="1200" b="0">
                <a:solidFill>
                  <a:srgbClr val="64756B"/>
                </a:solidFill>
                <a:latin typeface="Liberation Sans"/>
                <a:ea typeface="Liberation Sans"/>
                <a:cs typeface="Liberation Sans"/>
              </a:defRPr>
            </a:lvl3pPr>
            <a:lvl4pPr>
              <a:defRPr sz="1200" b="0">
                <a:solidFill>
                  <a:srgbClr val="64756B"/>
                </a:solidFill>
                <a:latin typeface="Liberation Sans"/>
                <a:ea typeface="Liberation Sans"/>
                <a:cs typeface="Liberation Sans"/>
              </a:defRPr>
            </a:lvl4pPr>
            <a:lvl5pPr>
              <a:defRPr sz="1200" b="0">
                <a:solidFill>
                  <a:srgbClr val="64756B"/>
                </a:solidFill>
                <a:latin typeface="Liberation Sans"/>
                <a:ea typeface="Liberation Sans"/>
                <a:cs typeface="Liberation Sans"/>
              </a:defRPr>
            </a:lvl5pPr>
            <a:lvl6pPr>
              <a:defRPr sz="1200" b="0">
                <a:solidFill>
                  <a:srgbClr val="64756B"/>
                </a:solidFill>
                <a:latin typeface="Liberation Sans"/>
                <a:ea typeface="Liberation Sans"/>
                <a:cs typeface="Liberation Sans"/>
              </a:defRPr>
            </a:lvl6pPr>
            <a:lvl7pPr>
              <a:defRPr sz="1200" b="0">
                <a:solidFill>
                  <a:srgbClr val="64756B"/>
                </a:solidFill>
                <a:latin typeface="Liberation Sans"/>
                <a:ea typeface="Liberation Sans"/>
                <a:cs typeface="Liberation Sans"/>
              </a:defRPr>
            </a:lvl7pPr>
            <a:lvl8pPr>
              <a:defRPr sz="1200" b="0">
                <a:solidFill>
                  <a:srgbClr val="64756B"/>
                </a:solidFill>
                <a:latin typeface="Liberation Sans"/>
                <a:ea typeface="Liberation Sans"/>
                <a:cs typeface="Liberation Sans"/>
              </a:defRPr>
            </a:lvl8pPr>
            <a:lvl9pPr>
              <a:defRPr sz="1200" b="0">
                <a:solidFill>
                  <a:srgbClr val="64756B"/>
                </a:solidFill>
                <a:latin typeface="Liberation Sans"/>
                <a:ea typeface="Liberation Sans"/>
                <a:cs typeface="Liberation Sans"/>
              </a:defRPr>
            </a:lvl9pPr>
          </a:lstStyle>
          <a:p xmlns:a="http://schemas.openxmlformats.org/drawingml/2006/main">
            <a:pPr>
              <a:defRPr sz="1200" b="0">
                <a:solidFill>
                  <a:srgbClr val="64756B"/>
                </a:solidFill>
                <a:latin typeface="Liberation Sans"/>
                <a:ea typeface="Liberation Sans"/>
                <a:cs typeface="Liberation Sans"/>
              </a:defRPr>
            </a:pPr>
            <a:r>
              <a:rPr sz="1200" b="0">
                <a:solidFill>
                  <a:srgbClr val="64756B"/>
                </a:solidFill>
                <a:latin typeface="Liberation Sans"/>
                <a:ea typeface="Liberation Sans"/>
                <a:cs typeface="Liberation Sans"/>
              </a:rPr>
              <a:t>11    PINGROOM</a:t>
            </a:r>
          </a:p>
        </p:txBody>
      </p:sp>
      <p:sp>
        <p:nvSpPr>
          <p:cNvPr id="3" name="">
            <a:extLst xmlns:a="http://schemas.openxmlformats.org/drawingml/2006/main">
              <a:ext uri="{FF2B5EF4-FFF2-40B4-BE49-F238E27FC236}">
                <a16:creationId xmlns:a16="http://schemas.microsoft.com/office/drawing/2014/main" id="{3F9732CD-AB80-48A2-9383-11CB7CA08649}"/>
              </a:ext>
            </a:extLst>
          </p:cNvPr>
          <p:cNvSpPr>
            <a:spLocks xmlns:a="http://schemas.openxmlformats.org/drawingml/2006/main" noGrp="1"/>
          </p:cNvSpPr>
          <p:nvPr/>
        </p:nvSpPr>
        <p:spPr>
          <a:xfrm xmlns:a="http://schemas.openxmlformats.org/drawingml/2006/main">
            <a:off x="609600" y="16192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03F35"/>
                </a:solidFill>
                <a:latin typeface="Liberation Sans"/>
                <a:ea typeface="Liberation Sans"/>
                <a:cs typeface="Liberation Sans"/>
              </a:defRPr>
            </a:defPPr>
            <a:lvl1pPr>
              <a:defRPr sz="2850" b="1">
                <a:solidFill>
                  <a:srgbClr val="203F35"/>
                </a:solidFill>
                <a:latin typeface="Liberation Sans"/>
                <a:ea typeface="Liberation Sans"/>
                <a:cs typeface="Liberation Sans"/>
              </a:defRPr>
            </a:lvl1pPr>
            <a:lvl2pPr>
              <a:defRPr sz="2850" b="1">
                <a:solidFill>
                  <a:srgbClr val="203F35"/>
                </a:solidFill>
                <a:latin typeface="Liberation Sans"/>
                <a:ea typeface="Liberation Sans"/>
                <a:cs typeface="Liberation Sans"/>
              </a:defRPr>
            </a:lvl2pPr>
            <a:lvl3pPr>
              <a:defRPr sz="2850" b="1">
                <a:solidFill>
                  <a:srgbClr val="203F35"/>
                </a:solidFill>
                <a:latin typeface="Liberation Sans"/>
                <a:ea typeface="Liberation Sans"/>
                <a:cs typeface="Liberation Sans"/>
              </a:defRPr>
            </a:lvl3pPr>
            <a:lvl4pPr>
              <a:defRPr sz="2850" b="1">
                <a:solidFill>
                  <a:srgbClr val="203F35"/>
                </a:solidFill>
                <a:latin typeface="Liberation Sans"/>
                <a:ea typeface="Liberation Sans"/>
                <a:cs typeface="Liberation Sans"/>
              </a:defRPr>
            </a:lvl4pPr>
            <a:lvl5pPr>
              <a:defRPr sz="2850" b="1">
                <a:solidFill>
                  <a:srgbClr val="203F35"/>
                </a:solidFill>
                <a:latin typeface="Liberation Sans"/>
                <a:ea typeface="Liberation Sans"/>
                <a:cs typeface="Liberation Sans"/>
              </a:defRPr>
            </a:lvl5pPr>
            <a:lvl6pPr>
              <a:defRPr sz="2850" b="1">
                <a:solidFill>
                  <a:srgbClr val="203F35"/>
                </a:solidFill>
                <a:latin typeface="Liberation Sans"/>
                <a:ea typeface="Liberation Sans"/>
                <a:cs typeface="Liberation Sans"/>
              </a:defRPr>
            </a:lvl6pPr>
            <a:lvl7pPr>
              <a:defRPr sz="2850" b="1">
                <a:solidFill>
                  <a:srgbClr val="203F35"/>
                </a:solidFill>
                <a:latin typeface="Liberation Sans"/>
                <a:ea typeface="Liberation Sans"/>
                <a:cs typeface="Liberation Sans"/>
              </a:defRPr>
            </a:lvl7pPr>
            <a:lvl8pPr>
              <a:defRPr sz="2850" b="1">
                <a:solidFill>
                  <a:srgbClr val="203F35"/>
                </a:solidFill>
                <a:latin typeface="Liberation Sans"/>
                <a:ea typeface="Liberation Sans"/>
                <a:cs typeface="Liberation Sans"/>
              </a:defRPr>
            </a:lvl8pPr>
            <a:lvl9pPr>
              <a:defRPr sz="2850" b="1">
                <a:solidFill>
                  <a:srgbClr val="203F35"/>
                </a:solidFill>
                <a:latin typeface="Liberation Sans"/>
                <a:ea typeface="Liberation Sans"/>
                <a:cs typeface="Liberation Sans"/>
              </a:defRPr>
            </a:lvl9pPr>
          </a:lstStyle>
          <a:p xmlns:a="http://schemas.openxmlformats.org/drawingml/2006/main">
            <a:pPr>
              <a:defRPr sz="2850" b="1">
                <a:solidFill>
                  <a:srgbClr val="203F35"/>
                </a:solidFill>
                <a:latin typeface="Liberation Sans"/>
                <a:ea typeface="Liberation Sans"/>
                <a:cs typeface="Liberation Sans"/>
              </a:defRPr>
            </a:pPr>
            <a:r>
              <a:rPr sz="2850" b="1">
                <a:solidFill>
                  <a:srgbClr val="203F35"/>
                </a:solidFill>
                <a:latin typeface="Liberation Sans"/>
                <a:ea typeface="Liberation Sans"/>
                <a:cs typeface="Liberation Sans"/>
              </a:rPr>
              <a:t>Delivered</a:t>
            </a:r>
          </a:p>
        </p:txBody>
      </p:sp>
      <p:sp>
        <p:nvSpPr>
          <p:cNvPr id="4" name="">
            <a:extLst xmlns:a="http://schemas.openxmlformats.org/drawingml/2006/main">
              <a:ext uri="{FF2B5EF4-FFF2-40B4-BE49-F238E27FC236}">
                <a16:creationId xmlns:a16="http://schemas.microsoft.com/office/drawing/2014/main" id="{6AE179B5-26F9-4E9D-8CA8-A7B79FF7272E}"/>
              </a:ext>
            </a:extLst>
          </p:cNvPr>
          <p:cNvSpPr>
            <a:spLocks xmlns:a="http://schemas.openxmlformats.org/drawingml/2006/main" noGrp="1"/>
          </p:cNvSpPr>
          <p:nvPr/>
        </p:nvSpPr>
        <p:spPr>
          <a:xfrm xmlns:a="http://schemas.openxmlformats.org/drawingml/2006/main">
            <a:off x="609600" y="2619375"/>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Persistent direct and group chat</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Authenticated CRUD and receipts</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Search and paginated history</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Inspectable database behavior</a:t>
            </a:r>
          </a:p>
        </p:txBody>
      </p:sp>
      <p:sp>
        <p:nvSpPr>
          <p:cNvPr id="5" name="">
            <a:extLst xmlns:a="http://schemas.openxmlformats.org/drawingml/2006/main">
              <a:ext uri="{FF2B5EF4-FFF2-40B4-BE49-F238E27FC236}">
                <a16:creationId xmlns:a16="http://schemas.microsoft.com/office/drawing/2014/main" id="{8A8B3A80-77FC-42D8-AB72-AE08023CC0AF}"/>
              </a:ext>
            </a:extLst>
          </p:cNvPr>
          <p:cNvSpPr>
            <a:spLocks xmlns:a="http://schemas.openxmlformats.org/drawingml/2006/main" noGrp="1"/>
          </p:cNvSpPr>
          <p:nvPr/>
        </p:nvSpPr>
        <p:spPr>
          <a:xfrm xmlns:a="http://schemas.openxmlformats.org/drawingml/2006/main">
            <a:off x="6619875" y="161925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03F35"/>
                </a:solidFill>
                <a:latin typeface="Liberation Sans"/>
                <a:ea typeface="Liberation Sans"/>
                <a:cs typeface="Liberation Sans"/>
              </a:defRPr>
            </a:defPPr>
            <a:lvl1pPr>
              <a:defRPr sz="2850" b="1">
                <a:solidFill>
                  <a:srgbClr val="203F35"/>
                </a:solidFill>
                <a:latin typeface="Liberation Sans"/>
                <a:ea typeface="Liberation Sans"/>
                <a:cs typeface="Liberation Sans"/>
              </a:defRPr>
            </a:lvl1pPr>
            <a:lvl2pPr>
              <a:defRPr sz="2850" b="1">
                <a:solidFill>
                  <a:srgbClr val="203F35"/>
                </a:solidFill>
                <a:latin typeface="Liberation Sans"/>
                <a:ea typeface="Liberation Sans"/>
                <a:cs typeface="Liberation Sans"/>
              </a:defRPr>
            </a:lvl2pPr>
            <a:lvl3pPr>
              <a:defRPr sz="2850" b="1">
                <a:solidFill>
                  <a:srgbClr val="203F35"/>
                </a:solidFill>
                <a:latin typeface="Liberation Sans"/>
                <a:ea typeface="Liberation Sans"/>
                <a:cs typeface="Liberation Sans"/>
              </a:defRPr>
            </a:lvl3pPr>
            <a:lvl4pPr>
              <a:defRPr sz="2850" b="1">
                <a:solidFill>
                  <a:srgbClr val="203F35"/>
                </a:solidFill>
                <a:latin typeface="Liberation Sans"/>
                <a:ea typeface="Liberation Sans"/>
                <a:cs typeface="Liberation Sans"/>
              </a:defRPr>
            </a:lvl4pPr>
            <a:lvl5pPr>
              <a:defRPr sz="2850" b="1">
                <a:solidFill>
                  <a:srgbClr val="203F35"/>
                </a:solidFill>
                <a:latin typeface="Liberation Sans"/>
                <a:ea typeface="Liberation Sans"/>
                <a:cs typeface="Liberation Sans"/>
              </a:defRPr>
            </a:lvl5pPr>
            <a:lvl6pPr>
              <a:defRPr sz="2850" b="1">
                <a:solidFill>
                  <a:srgbClr val="203F35"/>
                </a:solidFill>
                <a:latin typeface="Liberation Sans"/>
                <a:ea typeface="Liberation Sans"/>
                <a:cs typeface="Liberation Sans"/>
              </a:defRPr>
            </a:lvl6pPr>
            <a:lvl7pPr>
              <a:defRPr sz="2850" b="1">
                <a:solidFill>
                  <a:srgbClr val="203F35"/>
                </a:solidFill>
                <a:latin typeface="Liberation Sans"/>
                <a:ea typeface="Liberation Sans"/>
                <a:cs typeface="Liberation Sans"/>
              </a:defRPr>
            </a:lvl7pPr>
            <a:lvl8pPr>
              <a:defRPr sz="2850" b="1">
                <a:solidFill>
                  <a:srgbClr val="203F35"/>
                </a:solidFill>
                <a:latin typeface="Liberation Sans"/>
                <a:ea typeface="Liberation Sans"/>
                <a:cs typeface="Liberation Sans"/>
              </a:defRPr>
            </a:lvl8pPr>
            <a:lvl9pPr>
              <a:defRPr sz="2850" b="1">
                <a:solidFill>
                  <a:srgbClr val="203F35"/>
                </a:solidFill>
                <a:latin typeface="Liberation Sans"/>
                <a:ea typeface="Liberation Sans"/>
                <a:cs typeface="Liberation Sans"/>
              </a:defRPr>
            </a:lvl9pPr>
          </a:lstStyle>
          <a:p xmlns:a="http://schemas.openxmlformats.org/drawingml/2006/main">
            <a:pPr>
              <a:defRPr sz="2850" b="1">
                <a:solidFill>
                  <a:srgbClr val="203F35"/>
                </a:solidFill>
                <a:latin typeface="Liberation Sans"/>
                <a:ea typeface="Liberation Sans"/>
                <a:cs typeface="Liberation Sans"/>
              </a:defRPr>
            </a:pPr>
            <a:r>
              <a:rPr sz="2850" b="1">
                <a:solidFill>
                  <a:srgbClr val="203F35"/>
                </a:solidFill>
                <a:latin typeface="Liberation Sans"/>
                <a:ea typeface="Liberation Sans"/>
                <a:cs typeface="Liberation Sans"/>
              </a:rPr>
              <a:t>Next production phase</a:t>
            </a:r>
          </a:p>
        </p:txBody>
      </p:sp>
      <p:sp>
        <p:nvSpPr>
          <p:cNvPr id="6" name="">
            <a:extLst xmlns:a="http://schemas.openxmlformats.org/drawingml/2006/main">
              <a:ext uri="{FF2B5EF4-FFF2-40B4-BE49-F238E27FC236}">
                <a16:creationId xmlns:a16="http://schemas.microsoft.com/office/drawing/2014/main" id="{0FE87F1F-9856-441B-9311-CD12D55C2AE0}"/>
              </a:ext>
            </a:extLst>
          </p:cNvPr>
          <p:cNvSpPr>
            <a:spLocks xmlns:a="http://schemas.openxmlformats.org/drawingml/2006/main" noGrp="1"/>
          </p:cNvSpPr>
          <p:nvPr/>
        </p:nvSpPr>
        <p:spPr>
          <a:xfrm xmlns:a="http://schemas.openxmlformats.org/drawingml/2006/main">
            <a:off x="6619875" y="2619375"/>
            <a:ext cx="4953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F35"/>
                </a:solidFill>
                <a:latin typeface="Liberation Sans"/>
                <a:ea typeface="Liberation Sans"/>
                <a:cs typeface="Liberation Sans"/>
              </a:defRPr>
            </a:defPPr>
            <a:lvl1pPr>
              <a:defRPr sz="2175" b="0">
                <a:solidFill>
                  <a:srgbClr val="203F35"/>
                </a:solidFill>
                <a:latin typeface="Liberation Sans"/>
                <a:ea typeface="Liberation Sans"/>
                <a:cs typeface="Liberation Sans"/>
              </a:defRPr>
            </a:lvl1pPr>
            <a:lvl2pPr>
              <a:defRPr sz="2175" b="0">
                <a:solidFill>
                  <a:srgbClr val="203F35"/>
                </a:solidFill>
                <a:latin typeface="Liberation Sans"/>
                <a:ea typeface="Liberation Sans"/>
                <a:cs typeface="Liberation Sans"/>
              </a:defRPr>
            </a:lvl2pPr>
            <a:lvl3pPr>
              <a:defRPr sz="2175" b="0">
                <a:solidFill>
                  <a:srgbClr val="203F35"/>
                </a:solidFill>
                <a:latin typeface="Liberation Sans"/>
                <a:ea typeface="Liberation Sans"/>
                <a:cs typeface="Liberation Sans"/>
              </a:defRPr>
            </a:lvl3pPr>
            <a:lvl4pPr>
              <a:defRPr sz="2175" b="0">
                <a:solidFill>
                  <a:srgbClr val="203F35"/>
                </a:solidFill>
                <a:latin typeface="Liberation Sans"/>
                <a:ea typeface="Liberation Sans"/>
                <a:cs typeface="Liberation Sans"/>
              </a:defRPr>
            </a:lvl4pPr>
            <a:lvl5pPr>
              <a:defRPr sz="2175" b="0">
                <a:solidFill>
                  <a:srgbClr val="203F35"/>
                </a:solidFill>
                <a:latin typeface="Liberation Sans"/>
                <a:ea typeface="Liberation Sans"/>
                <a:cs typeface="Liberation Sans"/>
              </a:defRPr>
            </a:lvl5pPr>
            <a:lvl6pPr>
              <a:defRPr sz="2175" b="0">
                <a:solidFill>
                  <a:srgbClr val="203F35"/>
                </a:solidFill>
                <a:latin typeface="Liberation Sans"/>
                <a:ea typeface="Liberation Sans"/>
                <a:cs typeface="Liberation Sans"/>
              </a:defRPr>
            </a:lvl6pPr>
            <a:lvl7pPr>
              <a:defRPr sz="2175" b="0">
                <a:solidFill>
                  <a:srgbClr val="203F35"/>
                </a:solidFill>
                <a:latin typeface="Liberation Sans"/>
                <a:ea typeface="Liberation Sans"/>
                <a:cs typeface="Liberation Sans"/>
              </a:defRPr>
            </a:lvl7pPr>
            <a:lvl8pPr>
              <a:defRPr sz="2175" b="0">
                <a:solidFill>
                  <a:srgbClr val="203F35"/>
                </a:solidFill>
                <a:latin typeface="Liberation Sans"/>
                <a:ea typeface="Liberation Sans"/>
                <a:cs typeface="Liberation Sans"/>
              </a:defRPr>
            </a:lvl8pPr>
            <a:lvl9pPr>
              <a:defRPr sz="2175" b="0">
                <a:solidFill>
                  <a:srgbClr val="203F35"/>
                </a:solidFill>
                <a:latin typeface="Liberation Sans"/>
                <a:ea typeface="Liberation Sans"/>
                <a:cs typeface="Liberation Sans"/>
              </a:defRPr>
            </a:lvl9pPr>
          </a:lstStyle>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Multi-member replica set</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Shared presence across servers</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Load tests and operational monitoring</a:t>
            </a:r>
          </a:p>
          <a:p xmlns:a="http://schemas.openxmlformats.org/drawingml/2006/main">
            <a:pPr>
              <a:defRPr sz="2175" b="0">
                <a:solidFill>
                  <a:srgbClr val="203F35"/>
                </a:solidFill>
                <a:latin typeface="Liberation Sans"/>
                <a:ea typeface="Liberation Sans"/>
                <a:cs typeface="Liberation Sans"/>
              </a:defRPr>
            </a:pPr>
            <a:r>
              <a:rPr sz="2175" b="0">
                <a:solidFill>
                  <a:srgbClr val="203F35"/>
                </a:solidFill>
                <a:latin typeface="Liberation Sans"/>
                <a:ea typeface="Liberation Sans"/>
                <a:cs typeface="Liberation Sans"/>
              </a:rPr>
              <a:t>Managed uploads and recovery flows</a:t>
            </a:r>
          </a:p>
        </p:txBody>
      </p:sp>
      <p:sp>
        <p:nvSpPr>
          <p:cNvPr id="7" name="">
            <a:extLst xmlns:a="http://schemas.openxmlformats.org/drawingml/2006/main">
              <a:ext uri="{FF2B5EF4-FFF2-40B4-BE49-F238E27FC236}">
                <a16:creationId xmlns:a16="http://schemas.microsoft.com/office/drawing/2014/main" id="{31E0FD1B-49F4-4613-95CF-F8AF7C0DD377}"/>
              </a:ext>
            </a:extLst>
          </p:cNvPr>
          <p:cNvSpPr>
            <a:spLocks xmlns:a="http://schemas.openxmlformats.org/drawingml/2006/main" noGrp="1"/>
          </p:cNvSpPr>
          <p:nvPr/>
        </p:nvSpPr>
        <p:spPr>
          <a:xfrm xmlns:a="http://schemas.openxmlformats.org/drawingml/2006/main">
            <a:off x="609600" y="56959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56B"/>
                </a:solidFill>
                <a:latin typeface="Liberation Sans"/>
                <a:ea typeface="Liberation Sans"/>
                <a:cs typeface="Liberation Sans"/>
              </a:defRPr>
            </a:defPPr>
            <a:lvl1pPr>
              <a:defRPr sz="1950" b="0">
                <a:solidFill>
                  <a:srgbClr val="64756B"/>
                </a:solidFill>
                <a:latin typeface="Liberation Sans"/>
                <a:ea typeface="Liberation Sans"/>
                <a:cs typeface="Liberation Sans"/>
              </a:defRPr>
            </a:lvl1pPr>
            <a:lvl2pPr>
              <a:defRPr sz="1950" b="0">
                <a:solidFill>
                  <a:srgbClr val="64756B"/>
                </a:solidFill>
                <a:latin typeface="Liberation Sans"/>
                <a:ea typeface="Liberation Sans"/>
                <a:cs typeface="Liberation Sans"/>
              </a:defRPr>
            </a:lvl2pPr>
            <a:lvl3pPr>
              <a:defRPr sz="1950" b="0">
                <a:solidFill>
                  <a:srgbClr val="64756B"/>
                </a:solidFill>
                <a:latin typeface="Liberation Sans"/>
                <a:ea typeface="Liberation Sans"/>
                <a:cs typeface="Liberation Sans"/>
              </a:defRPr>
            </a:lvl3pPr>
            <a:lvl4pPr>
              <a:defRPr sz="1950" b="0">
                <a:solidFill>
                  <a:srgbClr val="64756B"/>
                </a:solidFill>
                <a:latin typeface="Liberation Sans"/>
                <a:ea typeface="Liberation Sans"/>
                <a:cs typeface="Liberation Sans"/>
              </a:defRPr>
            </a:lvl4pPr>
            <a:lvl5pPr>
              <a:defRPr sz="1950" b="0">
                <a:solidFill>
                  <a:srgbClr val="64756B"/>
                </a:solidFill>
                <a:latin typeface="Liberation Sans"/>
                <a:ea typeface="Liberation Sans"/>
                <a:cs typeface="Liberation Sans"/>
              </a:defRPr>
            </a:lvl5pPr>
            <a:lvl6pPr>
              <a:defRPr sz="1950" b="0">
                <a:solidFill>
                  <a:srgbClr val="64756B"/>
                </a:solidFill>
                <a:latin typeface="Liberation Sans"/>
                <a:ea typeface="Liberation Sans"/>
                <a:cs typeface="Liberation Sans"/>
              </a:defRPr>
            </a:lvl6pPr>
            <a:lvl7pPr>
              <a:defRPr sz="1950" b="0">
                <a:solidFill>
                  <a:srgbClr val="64756B"/>
                </a:solidFill>
                <a:latin typeface="Liberation Sans"/>
                <a:ea typeface="Liberation Sans"/>
                <a:cs typeface="Liberation Sans"/>
              </a:defRPr>
            </a:lvl7pPr>
            <a:lvl8pPr>
              <a:defRPr sz="1950" b="0">
                <a:solidFill>
                  <a:srgbClr val="64756B"/>
                </a:solidFill>
                <a:latin typeface="Liberation Sans"/>
                <a:ea typeface="Liberation Sans"/>
                <a:cs typeface="Liberation Sans"/>
              </a:defRPr>
            </a:lvl8pPr>
            <a:lvl9pPr>
              <a:defRPr sz="1950" b="0">
                <a:solidFill>
                  <a:srgbClr val="64756B"/>
                </a:solidFill>
                <a:latin typeface="Liberation Sans"/>
                <a:ea typeface="Liberation Sans"/>
                <a:cs typeface="Liberation Sans"/>
              </a:defRPr>
            </a:lvl9pPr>
          </a:lstStyle>
          <a:p xmlns:a="http://schemas.openxmlformats.org/drawingml/2006/main">
            <a:pPr>
              <a:defRPr sz="1950" b="0">
                <a:solidFill>
                  <a:srgbClr val="64756B"/>
                </a:solidFill>
                <a:latin typeface="Liberation Sans"/>
                <a:ea typeface="Liberation Sans"/>
                <a:cs typeface="Liberation Sans"/>
              </a:defRPr>
            </a:pPr>
            <a:r>
              <a:rPr sz="1950" b="0">
                <a:solidFill>
                  <a:srgbClr val="64756B"/>
                </a:solidFill>
                <a:latin typeface="Liberation Sans"/>
                <a:ea typeface="Liberation Sans"/>
                <a:cs typeface="Liberation Sans"/>
              </a:rPr>
              <a:t>No claim of measured latency, failover or end-to-end encryption.</a:t>
            </a:r>
          </a:p>
        </p:txBody>
      </p:sp>
    </p:spTree>
    <p:extLst>
      <p:ext uri="{BB962C8B-B14F-4D97-AF65-F5344CB8AC3E}">
        <p14:creationId xmlns:p14="http://schemas.microsoft.com/office/powerpoint/2010/main" val="1624475887"/>
      </p:ext>
    </p:extLst>
  </p:cSld>
</p:sld>
</file>

<file path=ppt/slides/slide12.xml><?xml version="1.0" encoding="utf-8"?>
<p:sld xmlns:p="http://schemas.openxmlformats.org/presentationml/2006/main">
  <p:cSld>
    <p:bg>
      <p:bgPr>
        <a:solidFill xmlns:a="http://schemas.openxmlformats.org/drawingml/2006/main">
          <a:srgbClr val="203F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DB5AF4-C981-4E1C-9325-62A1EC524758}"/>
              </a:ext>
            </a:extLst>
          </p:cNvPr>
          <p:cNvSpPr>
            <a:spLocks xmlns:a="http://schemas.openxmlformats.org/drawingml/2006/main" noGrp="1"/>
          </p:cNvSpPr>
          <p:nvPr/>
        </p:nvSpPr>
        <p:spPr>
          <a:xfrm xmlns:a="http://schemas.openxmlformats.org/drawingml/2006/main">
            <a:off x="609600" y="457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5EC"/>
                </a:solidFill>
                <a:latin typeface="Liberation Sans"/>
                <a:ea typeface="Liberation Sans"/>
                <a:cs typeface="Liberation Sans"/>
              </a:defRPr>
            </a:defPPr>
            <a:lvl1pPr>
              <a:defRPr sz="3600" b="1">
                <a:solidFill>
                  <a:srgbClr val="F5F5EC"/>
                </a:solidFill>
                <a:latin typeface="Liberation Sans"/>
                <a:ea typeface="Liberation Sans"/>
                <a:cs typeface="Liberation Sans"/>
              </a:defRPr>
            </a:lvl1pPr>
            <a:lvl2pPr>
              <a:defRPr sz="3600" b="1">
                <a:solidFill>
                  <a:srgbClr val="F5F5EC"/>
                </a:solidFill>
                <a:latin typeface="Liberation Sans"/>
                <a:ea typeface="Liberation Sans"/>
                <a:cs typeface="Liberation Sans"/>
              </a:defRPr>
            </a:lvl2pPr>
            <a:lvl3pPr>
              <a:defRPr sz="3600" b="1">
                <a:solidFill>
                  <a:srgbClr val="F5F5EC"/>
                </a:solidFill>
                <a:latin typeface="Liberation Sans"/>
                <a:ea typeface="Liberation Sans"/>
                <a:cs typeface="Liberation Sans"/>
              </a:defRPr>
            </a:lvl3pPr>
            <a:lvl4pPr>
              <a:defRPr sz="3600" b="1">
                <a:solidFill>
                  <a:srgbClr val="F5F5EC"/>
                </a:solidFill>
                <a:latin typeface="Liberation Sans"/>
                <a:ea typeface="Liberation Sans"/>
                <a:cs typeface="Liberation Sans"/>
              </a:defRPr>
            </a:lvl4pPr>
            <a:lvl5pPr>
              <a:defRPr sz="3600" b="1">
                <a:solidFill>
                  <a:srgbClr val="F5F5EC"/>
                </a:solidFill>
                <a:latin typeface="Liberation Sans"/>
                <a:ea typeface="Liberation Sans"/>
                <a:cs typeface="Liberation Sans"/>
              </a:defRPr>
            </a:lvl5pPr>
            <a:lvl6pPr>
              <a:defRPr sz="3600" b="1">
                <a:solidFill>
                  <a:srgbClr val="F5F5EC"/>
                </a:solidFill>
                <a:latin typeface="Liberation Sans"/>
                <a:ea typeface="Liberation Sans"/>
                <a:cs typeface="Liberation Sans"/>
              </a:defRPr>
            </a:lvl6pPr>
            <a:lvl7pPr>
              <a:defRPr sz="3600" b="1">
                <a:solidFill>
                  <a:srgbClr val="F5F5EC"/>
                </a:solidFill>
                <a:latin typeface="Liberation Sans"/>
                <a:ea typeface="Liberation Sans"/>
                <a:cs typeface="Liberation Sans"/>
              </a:defRPr>
            </a:lvl7pPr>
            <a:lvl8pPr>
              <a:defRPr sz="3600" b="1">
                <a:solidFill>
                  <a:srgbClr val="F5F5EC"/>
                </a:solidFill>
                <a:latin typeface="Liberation Sans"/>
                <a:ea typeface="Liberation Sans"/>
                <a:cs typeface="Liberation Sans"/>
              </a:defRPr>
            </a:lvl8pPr>
            <a:lvl9pPr>
              <a:defRPr sz="3600" b="1">
                <a:solidFill>
                  <a:srgbClr val="F5F5EC"/>
                </a:solidFill>
                <a:latin typeface="Liberation Sans"/>
                <a:ea typeface="Liberation Sans"/>
                <a:cs typeface="Liberation Sans"/>
              </a:defRPr>
            </a:lvl9pPr>
          </a:lstStyle>
          <a:p xmlns:a="http://schemas.openxmlformats.org/drawingml/2006/main">
            <a:pPr>
              <a:defRPr sz="3600" b="1">
                <a:solidFill>
                  <a:srgbClr val="F5F5EC"/>
                </a:solidFill>
                <a:latin typeface="Liberation Sans"/>
                <a:ea typeface="Liberation Sans"/>
                <a:cs typeface="Liberation Sans"/>
              </a:defRPr>
            </a:pPr>
            <a:r>
              <a:rPr sz="3600" b="1">
                <a:solidFill>
                  <a:srgbClr val="F5F5EC"/>
                </a:solidFill>
                <a:latin typeface="Liberation Sans"/>
                <a:ea typeface="Liberation Sans"/>
                <a:cs typeface="Liberation Sans"/>
              </a:rPr>
              <a:t>Ready for the live demonstration</a:t>
            </a:r>
          </a:p>
        </p:txBody>
      </p:sp>
      <p:sp>
        <p:nvSpPr>
          <p:cNvPr id="2" name="">
            <a:extLst xmlns:a="http://schemas.openxmlformats.org/drawingml/2006/main">
              <a:ext uri="{FF2B5EF4-FFF2-40B4-BE49-F238E27FC236}">
                <a16:creationId xmlns:a16="http://schemas.microsoft.com/office/drawing/2014/main" id="{8148ADD9-253B-44D6-B706-049307A83125}"/>
              </a:ext>
            </a:extLst>
          </p:cNvPr>
          <p:cNvSpPr>
            <a:spLocks xmlns:a="http://schemas.openxmlformats.org/drawingml/2006/main" noGrp="1"/>
          </p:cNvSpPr>
          <p:nvPr/>
        </p:nvSpPr>
        <p:spPr>
          <a:xfrm xmlns:a="http://schemas.openxmlformats.org/drawingml/2006/main">
            <a:off x="609600" y="63627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8D98B"/>
                </a:solidFill>
                <a:latin typeface="Liberation Sans"/>
                <a:ea typeface="Liberation Sans"/>
                <a:cs typeface="Liberation Sans"/>
              </a:defRPr>
            </a:defPPr>
            <a:lvl1pPr>
              <a:defRPr sz="1200" b="0">
                <a:solidFill>
                  <a:srgbClr val="B8D98B"/>
                </a:solidFill>
                <a:latin typeface="Liberation Sans"/>
                <a:ea typeface="Liberation Sans"/>
                <a:cs typeface="Liberation Sans"/>
              </a:defRPr>
            </a:lvl1pPr>
            <a:lvl2pPr>
              <a:defRPr sz="1200" b="0">
                <a:solidFill>
                  <a:srgbClr val="B8D98B"/>
                </a:solidFill>
                <a:latin typeface="Liberation Sans"/>
                <a:ea typeface="Liberation Sans"/>
                <a:cs typeface="Liberation Sans"/>
              </a:defRPr>
            </a:lvl2pPr>
            <a:lvl3pPr>
              <a:defRPr sz="1200" b="0">
                <a:solidFill>
                  <a:srgbClr val="B8D98B"/>
                </a:solidFill>
                <a:latin typeface="Liberation Sans"/>
                <a:ea typeface="Liberation Sans"/>
                <a:cs typeface="Liberation Sans"/>
              </a:defRPr>
            </a:lvl3pPr>
            <a:lvl4pPr>
              <a:defRPr sz="1200" b="0">
                <a:solidFill>
                  <a:srgbClr val="B8D98B"/>
                </a:solidFill>
                <a:latin typeface="Liberation Sans"/>
                <a:ea typeface="Liberation Sans"/>
                <a:cs typeface="Liberation Sans"/>
              </a:defRPr>
            </a:lvl4pPr>
            <a:lvl5pPr>
              <a:defRPr sz="1200" b="0">
                <a:solidFill>
                  <a:srgbClr val="B8D98B"/>
                </a:solidFill>
                <a:latin typeface="Liberation Sans"/>
                <a:ea typeface="Liberation Sans"/>
                <a:cs typeface="Liberation Sans"/>
              </a:defRPr>
            </a:lvl5pPr>
            <a:lvl6pPr>
              <a:defRPr sz="1200" b="0">
                <a:solidFill>
                  <a:srgbClr val="B8D98B"/>
                </a:solidFill>
                <a:latin typeface="Liberation Sans"/>
                <a:ea typeface="Liberation Sans"/>
                <a:cs typeface="Liberation Sans"/>
              </a:defRPr>
            </a:lvl6pPr>
            <a:lvl7pPr>
              <a:defRPr sz="1200" b="0">
                <a:solidFill>
                  <a:srgbClr val="B8D98B"/>
                </a:solidFill>
                <a:latin typeface="Liberation Sans"/>
                <a:ea typeface="Liberation Sans"/>
                <a:cs typeface="Liberation Sans"/>
              </a:defRPr>
            </a:lvl7pPr>
            <a:lvl8pPr>
              <a:defRPr sz="1200" b="0">
                <a:solidFill>
                  <a:srgbClr val="B8D98B"/>
                </a:solidFill>
                <a:latin typeface="Liberation Sans"/>
                <a:ea typeface="Liberation Sans"/>
                <a:cs typeface="Liberation Sans"/>
              </a:defRPr>
            </a:lvl8pPr>
            <a:lvl9pPr>
              <a:defRPr sz="1200" b="0">
                <a:solidFill>
                  <a:srgbClr val="B8D98B"/>
                </a:solidFill>
                <a:latin typeface="Liberation Sans"/>
                <a:ea typeface="Liberation Sans"/>
                <a:cs typeface="Liberation Sans"/>
              </a:defRPr>
            </a:lvl9pPr>
          </a:lstStyle>
          <a:p xmlns:a="http://schemas.openxmlformats.org/drawingml/2006/main">
            <a:pPr>
              <a:defRPr sz="1200" b="0">
                <a:solidFill>
                  <a:srgbClr val="B8D98B"/>
                </a:solidFill>
                <a:latin typeface="Liberation Sans"/>
                <a:ea typeface="Liberation Sans"/>
                <a:cs typeface="Liberation Sans"/>
              </a:defRPr>
            </a:pPr>
            <a:r>
              <a:rPr sz="1200" b="0">
                <a:solidFill>
                  <a:srgbClr val="B8D98B"/>
                </a:solidFill>
                <a:latin typeface="Liberation Sans"/>
                <a:ea typeface="Liberation Sans"/>
                <a:cs typeface="Liberation Sans"/>
              </a:rPr>
              <a:t>12    PINGROOM</a:t>
            </a:r>
          </a:p>
        </p:txBody>
      </p:sp>
      <p:sp>
        <p:nvSpPr>
          <p:cNvPr id="3" name="">
            <a:extLst xmlns:a="http://schemas.openxmlformats.org/drawingml/2006/main">
              <a:ext uri="{FF2B5EF4-FFF2-40B4-BE49-F238E27FC236}">
                <a16:creationId xmlns:a16="http://schemas.microsoft.com/office/drawing/2014/main" id="{FC32F55A-D3DB-4EF1-86A9-0A50A901FE7D}"/>
              </a:ext>
            </a:extLst>
          </p:cNvPr>
          <p:cNvSpPr>
            <a:spLocks xmlns:a="http://schemas.openxmlformats.org/drawingml/2006/main" noGrp="1"/>
          </p:cNvSpPr>
          <p:nvPr/>
        </p:nvSpPr>
        <p:spPr>
          <a:xfrm xmlns:a="http://schemas.openxmlformats.org/drawingml/2006/main">
            <a:off x="609600" y="18097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5F5EC"/>
                </a:solidFill>
                <a:latin typeface="Liberation Sans"/>
                <a:ea typeface="Liberation Sans"/>
                <a:cs typeface="Liberation Sans"/>
              </a:defRPr>
            </a:defPPr>
            <a:lvl1pPr>
              <a:defRPr sz="4275" b="1">
                <a:solidFill>
                  <a:srgbClr val="F5F5EC"/>
                </a:solidFill>
                <a:latin typeface="Liberation Sans"/>
                <a:ea typeface="Liberation Sans"/>
                <a:cs typeface="Liberation Sans"/>
              </a:defRPr>
            </a:lvl1pPr>
            <a:lvl2pPr>
              <a:defRPr sz="4275" b="1">
                <a:solidFill>
                  <a:srgbClr val="F5F5EC"/>
                </a:solidFill>
                <a:latin typeface="Liberation Sans"/>
                <a:ea typeface="Liberation Sans"/>
                <a:cs typeface="Liberation Sans"/>
              </a:defRPr>
            </a:lvl2pPr>
            <a:lvl3pPr>
              <a:defRPr sz="4275" b="1">
                <a:solidFill>
                  <a:srgbClr val="F5F5EC"/>
                </a:solidFill>
                <a:latin typeface="Liberation Sans"/>
                <a:ea typeface="Liberation Sans"/>
                <a:cs typeface="Liberation Sans"/>
              </a:defRPr>
            </a:lvl3pPr>
            <a:lvl4pPr>
              <a:defRPr sz="4275" b="1">
                <a:solidFill>
                  <a:srgbClr val="F5F5EC"/>
                </a:solidFill>
                <a:latin typeface="Liberation Sans"/>
                <a:ea typeface="Liberation Sans"/>
                <a:cs typeface="Liberation Sans"/>
              </a:defRPr>
            </a:lvl4pPr>
            <a:lvl5pPr>
              <a:defRPr sz="4275" b="1">
                <a:solidFill>
                  <a:srgbClr val="F5F5EC"/>
                </a:solidFill>
                <a:latin typeface="Liberation Sans"/>
                <a:ea typeface="Liberation Sans"/>
                <a:cs typeface="Liberation Sans"/>
              </a:defRPr>
            </a:lvl5pPr>
            <a:lvl6pPr>
              <a:defRPr sz="4275" b="1">
                <a:solidFill>
                  <a:srgbClr val="F5F5EC"/>
                </a:solidFill>
                <a:latin typeface="Liberation Sans"/>
                <a:ea typeface="Liberation Sans"/>
                <a:cs typeface="Liberation Sans"/>
              </a:defRPr>
            </a:lvl6pPr>
            <a:lvl7pPr>
              <a:defRPr sz="4275" b="1">
                <a:solidFill>
                  <a:srgbClr val="F5F5EC"/>
                </a:solidFill>
                <a:latin typeface="Liberation Sans"/>
                <a:ea typeface="Liberation Sans"/>
                <a:cs typeface="Liberation Sans"/>
              </a:defRPr>
            </a:lvl7pPr>
            <a:lvl8pPr>
              <a:defRPr sz="4275" b="1">
                <a:solidFill>
                  <a:srgbClr val="F5F5EC"/>
                </a:solidFill>
                <a:latin typeface="Liberation Sans"/>
                <a:ea typeface="Liberation Sans"/>
                <a:cs typeface="Liberation Sans"/>
              </a:defRPr>
            </a:lvl8pPr>
            <a:lvl9pPr>
              <a:defRPr sz="4275" b="1">
                <a:solidFill>
                  <a:srgbClr val="F5F5EC"/>
                </a:solidFill>
                <a:latin typeface="Liberation Sans"/>
                <a:ea typeface="Liberation Sans"/>
                <a:cs typeface="Liberation Sans"/>
              </a:defRPr>
            </a:lvl9pPr>
          </a:lstStyle>
          <a:p xmlns:a="http://schemas.openxmlformats.org/drawingml/2006/main">
            <a:pPr>
              <a:defRPr sz="4275" b="1">
                <a:solidFill>
                  <a:srgbClr val="F5F5EC"/>
                </a:solidFill>
                <a:latin typeface="Liberation Sans"/>
                <a:ea typeface="Liberation Sans"/>
                <a:cs typeface="Liberation Sans"/>
              </a:defRPr>
            </a:pPr>
            <a:r>
              <a:rPr sz="4275" b="1">
                <a:solidFill>
                  <a:srgbClr val="F5F5EC"/>
                </a:solidFill>
                <a:latin typeface="Liberation Sans"/>
                <a:ea typeface="Liberation Sans"/>
                <a:cs typeface="Liberation Sans"/>
              </a:rPr>
              <a:t>Two browser sessions.</a:t>
            </a:r>
          </a:p>
          <a:p xmlns:a="http://schemas.openxmlformats.org/drawingml/2006/main">
            <a:pPr>
              <a:defRPr sz="4275" b="1">
                <a:solidFill>
                  <a:srgbClr val="F5F5EC"/>
                </a:solidFill>
                <a:latin typeface="Liberation Sans"/>
                <a:ea typeface="Liberation Sans"/>
                <a:cs typeface="Liberation Sans"/>
              </a:defRPr>
            </a:pPr>
            <a:r>
              <a:rPr sz="4275" b="1">
                <a:solidFill>
                  <a:srgbClr val="F5F5EC"/>
                </a:solidFill>
                <a:latin typeface="Liberation Sans"/>
                <a:ea typeface="Liberation Sans"/>
                <a:cs typeface="Liberation Sans"/>
              </a:rPr>
              <a:t>One shared conversation.</a:t>
            </a:r>
          </a:p>
        </p:txBody>
      </p:sp>
      <p:sp>
        <p:nvSpPr>
          <p:cNvPr id="4" name="">
            <a:extLst xmlns:a="http://schemas.openxmlformats.org/drawingml/2006/main">
              <a:ext uri="{FF2B5EF4-FFF2-40B4-BE49-F238E27FC236}">
                <a16:creationId xmlns:a16="http://schemas.microsoft.com/office/drawing/2014/main" id="{B0A5D816-9EFF-46CB-A305-2130CF1CE388}"/>
              </a:ext>
            </a:extLst>
          </p:cNvPr>
          <p:cNvSpPr>
            <a:spLocks xmlns:a="http://schemas.openxmlformats.org/drawingml/2006/main" noGrp="1"/>
          </p:cNvSpPr>
          <p:nvPr/>
        </p:nvSpPr>
        <p:spPr>
          <a:xfrm xmlns:a="http://schemas.openxmlformats.org/drawingml/2006/main">
            <a:off x="609600" y="41910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B8D98B"/>
                </a:solidFill>
                <a:latin typeface="Liberation Sans"/>
                <a:ea typeface="Liberation Sans"/>
                <a:cs typeface="Liberation Sans"/>
              </a:defRPr>
            </a:defPPr>
            <a:lvl1pPr>
              <a:defRPr sz="3000" b="1">
                <a:solidFill>
                  <a:srgbClr val="B8D98B"/>
                </a:solidFill>
                <a:latin typeface="Liberation Sans"/>
                <a:ea typeface="Liberation Sans"/>
                <a:cs typeface="Liberation Sans"/>
              </a:defRPr>
            </a:lvl1pPr>
            <a:lvl2pPr>
              <a:defRPr sz="3000" b="1">
                <a:solidFill>
                  <a:srgbClr val="B8D98B"/>
                </a:solidFill>
                <a:latin typeface="Liberation Sans"/>
                <a:ea typeface="Liberation Sans"/>
                <a:cs typeface="Liberation Sans"/>
              </a:defRPr>
            </a:lvl2pPr>
            <a:lvl3pPr>
              <a:defRPr sz="3000" b="1">
                <a:solidFill>
                  <a:srgbClr val="B8D98B"/>
                </a:solidFill>
                <a:latin typeface="Liberation Sans"/>
                <a:ea typeface="Liberation Sans"/>
                <a:cs typeface="Liberation Sans"/>
              </a:defRPr>
            </a:lvl3pPr>
            <a:lvl4pPr>
              <a:defRPr sz="3000" b="1">
                <a:solidFill>
                  <a:srgbClr val="B8D98B"/>
                </a:solidFill>
                <a:latin typeface="Liberation Sans"/>
                <a:ea typeface="Liberation Sans"/>
                <a:cs typeface="Liberation Sans"/>
              </a:defRPr>
            </a:lvl4pPr>
            <a:lvl5pPr>
              <a:defRPr sz="3000" b="1">
                <a:solidFill>
                  <a:srgbClr val="B8D98B"/>
                </a:solidFill>
                <a:latin typeface="Liberation Sans"/>
                <a:ea typeface="Liberation Sans"/>
                <a:cs typeface="Liberation Sans"/>
              </a:defRPr>
            </a:lvl5pPr>
            <a:lvl6pPr>
              <a:defRPr sz="3000" b="1">
                <a:solidFill>
                  <a:srgbClr val="B8D98B"/>
                </a:solidFill>
                <a:latin typeface="Liberation Sans"/>
                <a:ea typeface="Liberation Sans"/>
                <a:cs typeface="Liberation Sans"/>
              </a:defRPr>
            </a:lvl6pPr>
            <a:lvl7pPr>
              <a:defRPr sz="3000" b="1">
                <a:solidFill>
                  <a:srgbClr val="B8D98B"/>
                </a:solidFill>
                <a:latin typeface="Liberation Sans"/>
                <a:ea typeface="Liberation Sans"/>
                <a:cs typeface="Liberation Sans"/>
              </a:defRPr>
            </a:lvl7pPr>
            <a:lvl8pPr>
              <a:defRPr sz="3000" b="1">
                <a:solidFill>
                  <a:srgbClr val="B8D98B"/>
                </a:solidFill>
                <a:latin typeface="Liberation Sans"/>
                <a:ea typeface="Liberation Sans"/>
                <a:cs typeface="Liberation Sans"/>
              </a:defRPr>
            </a:lvl8pPr>
            <a:lvl9pPr>
              <a:defRPr sz="3000" b="1">
                <a:solidFill>
                  <a:srgbClr val="B8D98B"/>
                </a:solidFill>
                <a:latin typeface="Liberation Sans"/>
                <a:ea typeface="Liberation Sans"/>
                <a:cs typeface="Liberation Sans"/>
              </a:defRPr>
            </a:lvl9pPr>
          </a:lstStyle>
          <a:p xmlns:a="http://schemas.openxmlformats.org/drawingml/2006/main">
            <a:pPr>
              <a:defRPr sz="3000" b="1">
                <a:solidFill>
                  <a:srgbClr val="B8D98B"/>
                </a:solidFill>
                <a:latin typeface="Liberation Sans"/>
                <a:ea typeface="Liberation Sans"/>
                <a:cs typeface="Liberation Sans"/>
              </a:defRPr>
            </a:pPr>
            <a:r>
              <a:rPr sz="3000" b="1">
                <a:solidFill>
                  <a:srgbClr val="B8D98B"/>
                </a:solidFill>
                <a:latin typeface="Liberation Sans"/>
                <a:ea typeface="Liberation Sans"/>
                <a:cs typeface="Liberation Sans"/>
              </a:rPr>
              <a:t>localhost:3100</a:t>
            </a:r>
          </a:p>
        </p:txBody>
      </p:sp>
      <p:sp>
        <p:nvSpPr>
          <p:cNvPr id="5" name="">
            <a:extLst xmlns:a="http://schemas.openxmlformats.org/drawingml/2006/main">
              <a:ext uri="{FF2B5EF4-FFF2-40B4-BE49-F238E27FC236}">
                <a16:creationId xmlns:a16="http://schemas.microsoft.com/office/drawing/2014/main" id="{D8870DD2-C6CE-48B1-955A-8D342E2034D1}"/>
              </a:ext>
            </a:extLst>
          </p:cNvPr>
          <p:cNvSpPr>
            <a:spLocks xmlns:a="http://schemas.openxmlformats.org/drawingml/2006/main" noGrp="1"/>
          </p:cNvSpPr>
          <p:nvPr/>
        </p:nvSpPr>
        <p:spPr>
          <a:xfrm xmlns:a="http://schemas.openxmlformats.org/drawingml/2006/main">
            <a:off x="609600" y="5181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5F5EC"/>
                </a:solidFill>
                <a:latin typeface="Liberation Sans"/>
                <a:ea typeface="Liberation Sans"/>
                <a:cs typeface="Liberation Sans"/>
              </a:defRPr>
            </a:defPPr>
            <a:lvl1pPr>
              <a:defRPr sz="2325" b="0">
                <a:solidFill>
                  <a:srgbClr val="F5F5EC"/>
                </a:solidFill>
                <a:latin typeface="Liberation Sans"/>
                <a:ea typeface="Liberation Sans"/>
                <a:cs typeface="Liberation Sans"/>
              </a:defRPr>
            </a:lvl1pPr>
            <a:lvl2pPr>
              <a:defRPr sz="2325" b="0">
                <a:solidFill>
                  <a:srgbClr val="F5F5EC"/>
                </a:solidFill>
                <a:latin typeface="Liberation Sans"/>
                <a:ea typeface="Liberation Sans"/>
                <a:cs typeface="Liberation Sans"/>
              </a:defRPr>
            </a:lvl2pPr>
            <a:lvl3pPr>
              <a:defRPr sz="2325" b="0">
                <a:solidFill>
                  <a:srgbClr val="F5F5EC"/>
                </a:solidFill>
                <a:latin typeface="Liberation Sans"/>
                <a:ea typeface="Liberation Sans"/>
                <a:cs typeface="Liberation Sans"/>
              </a:defRPr>
            </a:lvl3pPr>
            <a:lvl4pPr>
              <a:defRPr sz="2325" b="0">
                <a:solidFill>
                  <a:srgbClr val="F5F5EC"/>
                </a:solidFill>
                <a:latin typeface="Liberation Sans"/>
                <a:ea typeface="Liberation Sans"/>
                <a:cs typeface="Liberation Sans"/>
              </a:defRPr>
            </a:lvl4pPr>
            <a:lvl5pPr>
              <a:defRPr sz="2325" b="0">
                <a:solidFill>
                  <a:srgbClr val="F5F5EC"/>
                </a:solidFill>
                <a:latin typeface="Liberation Sans"/>
                <a:ea typeface="Liberation Sans"/>
                <a:cs typeface="Liberation Sans"/>
              </a:defRPr>
            </a:lvl5pPr>
            <a:lvl6pPr>
              <a:defRPr sz="2325" b="0">
                <a:solidFill>
                  <a:srgbClr val="F5F5EC"/>
                </a:solidFill>
                <a:latin typeface="Liberation Sans"/>
                <a:ea typeface="Liberation Sans"/>
                <a:cs typeface="Liberation Sans"/>
              </a:defRPr>
            </a:lvl6pPr>
            <a:lvl7pPr>
              <a:defRPr sz="2325" b="0">
                <a:solidFill>
                  <a:srgbClr val="F5F5EC"/>
                </a:solidFill>
                <a:latin typeface="Liberation Sans"/>
                <a:ea typeface="Liberation Sans"/>
                <a:cs typeface="Liberation Sans"/>
              </a:defRPr>
            </a:lvl7pPr>
            <a:lvl8pPr>
              <a:defRPr sz="2325" b="0">
                <a:solidFill>
                  <a:srgbClr val="F5F5EC"/>
                </a:solidFill>
                <a:latin typeface="Liberation Sans"/>
                <a:ea typeface="Liberation Sans"/>
                <a:cs typeface="Liberation Sans"/>
              </a:defRPr>
            </a:lvl8pPr>
            <a:lvl9pPr>
              <a:defRPr sz="2325" b="0">
                <a:solidFill>
                  <a:srgbClr val="F5F5EC"/>
                </a:solidFill>
                <a:latin typeface="Liberation Sans"/>
                <a:ea typeface="Liberation Sans"/>
                <a:cs typeface="Liberation Sans"/>
              </a:defRPr>
            </a:lvl9pPr>
          </a:lstStyle>
          <a:p xmlns:a="http://schemas.openxmlformats.org/drawingml/2006/main">
            <a:pPr>
              <a:defRPr sz="2325" b="0">
                <a:solidFill>
                  <a:srgbClr val="F5F5EC"/>
                </a:solidFill>
                <a:latin typeface="Liberation Sans"/>
                <a:ea typeface="Liberation Sans"/>
                <a:cs typeface="Liberation Sans"/>
              </a:defRPr>
            </a:pPr>
            <a:r>
              <a:rPr sz="2325" b="0">
                <a:solidFill>
                  <a:srgbClr val="F5F5EC"/>
                </a:solidFill>
                <a:latin typeface="Liberation Sans"/>
                <a:ea typeface="Liberation Sans"/>
                <a:cs typeface="Liberation Sans"/>
              </a:rPr>
              <a:t>github.com/TijilSharma/PingRoom</a:t>
            </a:r>
          </a:p>
        </p:txBody>
      </p:sp>
    </p:spTree>
    <p:extLst>
      <p:ext uri="{BB962C8B-B14F-4D97-AF65-F5344CB8AC3E}">
        <p14:creationId xmlns:p14="http://schemas.microsoft.com/office/powerpoint/2010/main" val="113407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2026-10-19T15:40:14.7280000Z</dcterms:created>
  <dcterms:modified xsi:type="dcterms:W3CDTF">2026-10-19T15:40:14.7280000Z</dcterms:modified>
</coreProperties>
</file>