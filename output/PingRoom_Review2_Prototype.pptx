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1331cf08745b2" /><Relationship Type="http://schemas.openxmlformats.org/officeDocument/2006/relationships/extended-properties" Target="/docProps/app.xml" Id="R6652a176a1d94df8" /><Relationship Type="http://schemas.openxmlformats.org/officeDocument/2006/relationships/officeDocument" Target="/ppt/presentation.xml" Id="R7c73d60d43a5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2482244fa24ed8"/>
  </p:sldMasterIdLst>
  <p:notesMasterIdLst>
    <p:notesMasterId xmlns:r="http://schemas.openxmlformats.org/officeDocument/2006/relationships" r:id="R6f8d89e82ec540b6"/>
  </p:notesMasterIdLst>
  <p:sldIdLst>
    <p:sldId xmlns:r="http://schemas.openxmlformats.org/officeDocument/2006/relationships" id="256" r:id="R8f1058e60afe44aa"/>
    <p:sldId xmlns:r="http://schemas.openxmlformats.org/officeDocument/2006/relationships" id="257" r:id="R45ce22dc1e0446e3"/>
    <p:sldId xmlns:r="http://schemas.openxmlformats.org/officeDocument/2006/relationships" id="258" r:id="R4658e229387940e6"/>
    <p:sldId xmlns:r="http://schemas.openxmlformats.org/officeDocument/2006/relationships" id="259" r:id="R88aa64fc393e43c5"/>
    <p:sldId xmlns:r="http://schemas.openxmlformats.org/officeDocument/2006/relationships" id="260" r:id="R3a5960171aef4ad7"/>
    <p:sldId xmlns:r="http://schemas.openxmlformats.org/officeDocument/2006/relationships" id="261" r:id="R8e22924aa2024d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ee8d7c762f4bd3" /><Relationship Type="http://schemas.openxmlformats.org/officeDocument/2006/relationships/slideMaster" Target="/ppt/slideMasters/slideMaster1.xml" Id="R4f2482244fa24ed8" /><Relationship Type="http://schemas.openxmlformats.org/officeDocument/2006/relationships/notesMaster" Target="/ppt/notesMasters/notesMaster1.xml" Id="R6f8d89e82ec540b6" /><Relationship Type="http://schemas.openxmlformats.org/officeDocument/2006/relationships/presProps" Target="/ppt/presProps.xml" Id="R6bd71979d8a3468d" /><Relationship Type="http://schemas.openxmlformats.org/officeDocument/2006/relationships/tableStyles" Target="/ppt/tableStyles.xml" Id="R7867a06baf504d1d" /><Relationship Type="http://schemas.openxmlformats.org/officeDocument/2006/relationships/slide" Target="/ppt/slides/slide1.xml" Id="R8f1058e60afe44aa" /><Relationship Type="http://schemas.openxmlformats.org/officeDocument/2006/relationships/slide" Target="/ppt/slides/slide2.xml" Id="R45ce22dc1e0446e3" /><Relationship Type="http://schemas.openxmlformats.org/officeDocument/2006/relationships/slide" Target="/ppt/slides/slide3.xml" Id="R4658e229387940e6" /><Relationship Type="http://schemas.openxmlformats.org/officeDocument/2006/relationships/slide" Target="/ppt/slides/slide4.xml" Id="R88aa64fc393e43c5" /><Relationship Type="http://schemas.openxmlformats.org/officeDocument/2006/relationships/slide" Target="/ppt/slides/slide5.xml" Id="R3a5960171aef4ad7" /><Relationship Type="http://schemas.openxmlformats.org/officeDocument/2006/relationships/slide" Target="/ppt/slides/slide6.xml" Id="R8e22924aa202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d4afcdf1d3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0d3fe17b9a4feb" /><Relationship Type="http://schemas.openxmlformats.org/officeDocument/2006/relationships/notesMaster" Target="/ppt/notesMasters/notesMaster1.xml" Id="R1e048e1e11334d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f65f169bd341af" /><Relationship Type="http://schemas.openxmlformats.org/officeDocument/2006/relationships/notesMaster" Target="/ppt/notesMasters/notesMaster1.xml" Id="Re385e62cadde4a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06e46e13da4888" /><Relationship Type="http://schemas.openxmlformats.org/officeDocument/2006/relationships/notesMaster" Target="/ppt/notesMasters/notesMaster1.xml" Id="R773311875ddd46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87f43c094e433d" /><Relationship Type="http://schemas.openxmlformats.org/officeDocument/2006/relationships/notesMaster" Target="/ppt/notesMasters/notesMaster1.xml" Id="R0cf7a1dcc09048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7285995e4c4d89" /><Relationship Type="http://schemas.openxmlformats.org/officeDocument/2006/relationships/notesMaster" Target="/ppt/notesMasters/notesMaster1.xml" Id="Ree0c85e9748a44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ee6eafb564363" /><Relationship Type="http://schemas.openxmlformats.org/officeDocument/2006/relationships/notesMaster" Target="/ppt/notesMasters/notesMaster1.xml" Id="Ra5a337ba379d4c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20abac1dd4f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7c11aba2e48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55c2d675144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8d4e74d854a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bffd9f5794a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ae8a7e27c4d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8D7823-487D-4C6A-B8A3-3AED2D016A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FCCFB8-2589-495F-921D-7554A21B73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4DCC16-4E07-4B51-B659-2ACB1276B5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3D1EB9-0213-4FEA-8082-002FA9EEAD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737E09-EB24-4169-8F38-51799BC556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61715F-2019-4130-B159-B7B923717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53B6D1-F8F2-4CB2-953A-A76E71C07F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FC4DC5-3785-454D-9A80-78436D147E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996ADA-1A65-42CA-A936-64C524AF00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5778BB-E560-486F-B1C7-3E56C03A11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a850ad69a4144" /><Relationship Type="http://schemas.openxmlformats.org/officeDocument/2006/relationships/slideLayout" Target="/ppt/slideLayouts/slideLayout1.xml" Id="R6bcd04d3f28f4471" /><Relationship Type="http://schemas.openxmlformats.org/officeDocument/2006/relationships/slideLayout" Target="/ppt/slideLayouts/slideLayout2.xml" Id="Rc048928fc9794092" /><Relationship Type="http://schemas.openxmlformats.org/officeDocument/2006/relationships/slideLayout" Target="/ppt/slideLayouts/slideLayout3.xml" Id="Re295545ed83342c1" /><Relationship Type="http://schemas.openxmlformats.org/officeDocument/2006/relationships/slideLayout" Target="/ppt/slideLayouts/slideLayout4.xml" Id="Rd4bb61fce12a4874" /><Relationship Type="http://schemas.openxmlformats.org/officeDocument/2006/relationships/slideLayout" Target="/ppt/slideLayouts/slideLayout5.xml" Id="R1ee26b645ae24a7f" /><Relationship Type="http://schemas.openxmlformats.org/officeDocument/2006/relationships/slideLayout" Target="/ppt/slideLayouts/slideLayout6.xml" Id="R0a3112036a8940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d04d3f28f4471"/>
    <p:sldLayoutId xmlns:r="http://schemas.openxmlformats.org/officeDocument/2006/relationships" id="2147483650" r:id="Rc048928fc9794092"/>
    <p:sldLayoutId xmlns:r="http://schemas.openxmlformats.org/officeDocument/2006/relationships" id="2147483651" r:id="Re295545ed83342c1"/>
    <p:sldLayoutId xmlns:r="http://schemas.openxmlformats.org/officeDocument/2006/relationships" id="2147483652" r:id="Rd4bb61fce12a4874"/>
    <p:sldLayoutId xmlns:r="http://schemas.openxmlformats.org/officeDocument/2006/relationships" id="2147483653" r:id="R1ee26b645ae24a7f"/>
    <p:sldLayoutId xmlns:r="http://schemas.openxmlformats.org/officeDocument/2006/relationships" id="2147483654" r:id="R0a3112036a8940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43b0075ab456c" /><Relationship Type="http://schemas.openxmlformats.org/officeDocument/2006/relationships/notesSlide" Target="/ppt/notesSlides/notesSlide1.xml" Id="Rd0b5318486e24a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336342a8d461f" /><Relationship Type="http://schemas.openxmlformats.org/officeDocument/2006/relationships/image" Target="/ppt/media/image.png" Id="Rd5041feebd8945ed" /><Relationship Type="http://schemas.openxmlformats.org/officeDocument/2006/relationships/notesSlide" Target="/ppt/notesSlides/notesSlide2.xml" Id="Rc5d870fc5c96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f9c282d6d4ffc" /><Relationship Type="http://schemas.openxmlformats.org/officeDocument/2006/relationships/image" Target="/ppt/media/image2.png" Id="Rc92d86f4139d4962" /><Relationship Type="http://schemas.openxmlformats.org/officeDocument/2006/relationships/notesSlide" Target="/ppt/notesSlides/notesSlide3.xml" Id="R3a371b6638a349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e8feaa7784d2d" /><Relationship Type="http://schemas.openxmlformats.org/officeDocument/2006/relationships/notesSlide" Target="/ppt/notesSlides/notesSlide4.xml" Id="R17896ca3a9744b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f8a82bf7d40af" /><Relationship Type="http://schemas.openxmlformats.org/officeDocument/2006/relationships/image" Target="/ppt/media/image3.png" Id="R2fb29ae29f624134" /><Relationship Type="http://schemas.openxmlformats.org/officeDocument/2006/relationships/notesSlide" Target="/ppt/notesSlides/notesSlide5.xml" Id="R3443b0be495b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4d611f2034f3e" /><Relationship Type="http://schemas.openxmlformats.org/officeDocument/2006/relationships/notesSlide" Target="/ppt/notesSlides/notesSlide6.xml" Id="Rbee46d9aea044c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55732-0E6D-45E1-BFA8-07B5B97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rPr>
              <a:t>PINGROOM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5304F-9F74-4CD4-AEBF-FA5F1730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572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Working prototype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Review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89A54-42CE-40F6-ACEF-8278CEAA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8E5D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8E5D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D8E5D4"/>
                </a:solidFill>
                <a:latin typeface="Liberation Sans"/>
                <a:ea typeface="Liberation Sans"/>
                <a:cs typeface="Liberation Sans"/>
              </a:rPr>
              <a:t>Real time chat built with MongoDB, Express, React, and Node.js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01273-4B80-4374-862C-742065F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8CCB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8CC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BA"/>
                </a:solidFill>
                <a:latin typeface="Liberation Sans"/>
                <a:ea typeface="Liberation Sans"/>
                <a:cs typeface="Liberation Sans"/>
              </a:rPr>
              <a:t>Database Systems  •  13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48646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0D980-A751-4C4C-B47F-09AA78B5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Working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9B6B8-65F8-481E-A14E-564DE16D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A usable app is ready to demonstrate.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3AB56-6759-4606-A248-E2A44347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Users can register and log in. They can start direct or group chats, send messages, search history, and see presence and read receipts.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AD9BC-8543-48DB-B293-2541D395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Live app: localhost:3100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A48E6-EF71-4D64-8AE8-B03C418922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41feebd8945ed"/>
          <a:stretch xmlns:a="http://schemas.openxmlformats.org/drawingml/2006/main"/>
        </p:blipFill>
        <p:spPr>
          <a:xfrm xmlns:a="http://schemas.openxmlformats.org/drawingml/2006/main">
            <a:off x="5476875" y="1537097"/>
            <a:ext cx="6115050" cy="38219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EC958-FBF4-468D-9E23-39B4C5EA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2867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2867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28674"/>
                </a:solidFill>
                <a:latin typeface="Liberation Sans"/>
                <a:ea typeface="Liberation Sans"/>
                <a:cs typeface="Liberation Sans"/>
              </a:rPr>
              <a:t>Captured from the running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676941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138A5-9DEF-4775-A3AC-1F8D6C2E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Chat interface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578E7-A4DF-4CBF-BE5F-3BD7875278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d86f4139d4962"/>
          <a:stretch xmlns:a="http://schemas.openxmlformats.org/drawingml/2006/main"/>
        </p:blipFill>
        <p:spPr>
          <a:xfrm xmlns:a="http://schemas.openxmlformats.org/drawingml/2006/main">
            <a:off x="523875" y="1352550"/>
            <a:ext cx="8001000" cy="5000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EBFAF-800E-4261-827D-0035E09C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716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Direct and group chat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EEF05-FA10-40FC-813B-2480F89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6955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Send, edit, and delete messages.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Search within a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Load older messages with cursor pagination.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Watch typing and presence update live.</a:t>
            </a:r>
          </a:p>
        </p:txBody>
      </p:sp>
    </p:spTree>
    <p:extLst>
      <p:ext uri="{BB962C8B-B14F-4D97-AF65-F5344CB8AC3E}">
        <p14:creationId xmlns:p14="http://schemas.microsoft.com/office/powerpoint/2010/main" val="511986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EB53D-3631-481E-8F81-966EB902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MongoDB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00F18-03E0-439D-9A67-0F132C68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2F693-640F-4B76-BD86-B0BD0A60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3190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12 records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Unique username and email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Hashed passwords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Presence and last seen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D8DC4-A214-462F-9422-49FCE521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6097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CONVERSATIONS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A8D61-2E2B-42C8-954E-3F5237C1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52650"/>
            <a:ext cx="3238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6 records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Direct or group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Participant ID array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Cached last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50BF2-F199-4212-8194-B00F0451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97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MESSAGES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8F521-8BC8-4013-B360-8BE3E2F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3143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120 records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Sender and conversation references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Text or attachment link</a:t>
            </a:r>
          </a:p>
          <a:p xmlns:a="http://schemas.openxmlformats.org/drawingml/2006/main">
            <a:pPr algn="l">
              <a:def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Delivery and read arrays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4A606-EE01-4193-8DBD-FCC97CC0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714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138 sample records in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B8AA2-FAAD-42A3-B8FB-05E2D374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28674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2867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728674"/>
                </a:solidFill>
                <a:latin typeface="Liberation Sans"/>
                <a:ea typeface="Liberation Sans"/>
                <a:cs typeface="Liberation Sans"/>
              </a:rPr>
              <a:t>The sample dataset exceeds the required minimum of 50 records.</a:t>
            </a:r>
          </a:p>
        </p:txBody>
      </p:sp>
    </p:spTree>
    <p:extLst>
      <p:ext uri="{BB962C8B-B14F-4D97-AF65-F5344CB8AC3E}">
        <p14:creationId xmlns:p14="http://schemas.microsoft.com/office/powerpoint/2010/main" val="632583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F5091-2D50-41EE-B439-DA372E6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Advanced MongoDB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89759-5D0D-47E4-BF9F-6F724D34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Indexes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69345-4CF0-44D8-BBB6-9CD0315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Unique user indexes, conversation list index, message history index, and text search index.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9C550-5FE3-4373-BD75-ADD62336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Aggregation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1644F-E285-4AA8-99CC-E23134D9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Unread counts, message activity, and daily volume use MongoDB pipelines.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2D296-AB6A-46EF-8F05-2E66C064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3E604A"/>
                </a:solidFill>
                <a:latin typeface="Liberation Sans"/>
                <a:ea typeface="Liberation Sans"/>
                <a:cs typeface="Liberation Sans"/>
              </a:rPr>
              <a:t>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55C44-45B7-49D8-AA92-AF608C98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03C30"/>
                </a:solidFill>
                <a:latin typeface="Liberation Sans"/>
                <a:ea typeface="Liberation Sans"/>
                <a:cs typeface="Liberation Sans"/>
              </a:rPr>
              <a:t>Message writes and conversation previews commit together.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A19C2-C373-403E-811C-7401BAD09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29ae29f624134"/>
          <a:stretch xmlns:a="http://schemas.openxmlformats.org/drawingml/2006/main"/>
        </p:blipFill>
        <p:spPr>
          <a:xfrm xmlns:a="http://schemas.openxmlformats.org/drawingml/2006/main">
            <a:off x="4905375" y="1701403"/>
            <a:ext cx="6762750" cy="42267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38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3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6A636-5BAE-4293-B973-E701333F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142A9-3588-4FB2-AB3C-2AFECE2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5D5AC-DBA1-42E2-AF40-BD619480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Log in and open a seeded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F08F7-9749-494A-8127-9761A349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AA354-2A8C-48E8-93A2-05C22B8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Send, edit, delete, and search messages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E042E-DDBE-4290-B887-2A2EC889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75" b="1">
                <a:solidFill>
                  <a:srgbClr val="B5CFAB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A69AC-7D7D-4136-9ECB-40E5F138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Open Database Studio to show indexes and aggregation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E9D0A-17DD-4F6B-A0C1-E9674C21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0537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DCEBD1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DCEBD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1">
                <a:solidFill>
                  <a:srgbClr val="DCEBD1"/>
                </a:solidFill>
                <a:latin typeface="Liberation Sans"/>
                <a:ea typeface="Liberation Sans"/>
                <a:cs typeface="Liberation Sans"/>
              </a:rPr>
              <a:t>10 integration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793C9-015B-4F90-A843-80A59FD1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198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8CCB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8CC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B8CCBA"/>
                </a:solidFill>
                <a:latin typeface="Liberation Sans"/>
                <a:ea typeface="Liberation Sans"/>
                <a:cs typeface="Liberation Sans"/>
              </a:rPr>
              <a:t>Demo login: tijil@vitstudent.ac.in    Password: PingRoom@123</a:t>
            </a:r>
          </a:p>
        </p:txBody>
      </p:sp>
    </p:spTree>
    <p:extLst>
      <p:ext uri="{BB962C8B-B14F-4D97-AF65-F5344CB8AC3E}">
        <p14:creationId xmlns:p14="http://schemas.microsoft.com/office/powerpoint/2010/main" val="1847203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2026-10-13T07:18:29.4730000Z</dcterms:created>
  <dcterms:modified xsi:type="dcterms:W3CDTF">2026-10-13T07:18:29.4730000Z</dcterms:modified>
</coreProperties>
</file>